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Raleway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8879667c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8879667c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8879667c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8879667cc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8879667c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8879667cc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8879667c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8879667cc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Your Flutter: Data Efficiency and Resilience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Google Shape;99;p2" descr="Aitrich Logo-02">
            <a:extLst>
              <a:ext uri="{FF2B5EF4-FFF2-40B4-BE49-F238E27FC236}">
                <a16:creationId xmlns:a16="http://schemas.microsoft.com/office/drawing/2014/main" id="{53728BCA-6E4F-ABD8-AB53-C0DBBA23496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794" y="0"/>
            <a:ext cx="1343312" cy="10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622275" y="648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81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Caching Strategies for Performance Optimization</a:t>
            </a:r>
            <a:endParaRPr sz="281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Caching improves app performance by </a:t>
            </a: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storing frequently used data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reduce network calls and load times. Below are caching strategies: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" name="Google Shape;99;p2" descr="Aitrich Logo-02">
            <a:extLst>
              <a:ext uri="{FF2B5EF4-FFF2-40B4-BE49-F238E27FC236}">
                <a16:creationId xmlns:a16="http://schemas.microsoft.com/office/drawing/2014/main" id="{B52E6CF8-5121-C2F7-ECDA-DAD911821CA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343312" cy="10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6757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7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Types of Caching in Flutter</a:t>
            </a:r>
            <a:endParaRPr sz="27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662475" y="1441200"/>
            <a:ext cx="81912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</a:pPr>
            <a:r>
              <a:rPr lang="en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Memory Caching</a:t>
            </a:r>
            <a:br>
              <a:rPr lang="en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lang="en" sz="1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Provider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Riverpod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" sz="1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GetX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store temporary data.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○"/>
            </a:pP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Storing user session data.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</a:pPr>
            <a:r>
              <a:rPr lang="en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Storage Caching</a:t>
            </a:r>
            <a:br>
              <a:rPr lang="en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local storage like </a:t>
            </a:r>
            <a:r>
              <a:rPr lang="en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SharedPreferences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Hive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caching.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○"/>
            </a:pP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Storing user settings or recent API responses.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</a:pPr>
            <a:r>
              <a:rPr lang="en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Disk-Based Caching</a:t>
            </a:r>
            <a:br>
              <a:rPr lang="en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lang="en" sz="1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sqflite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hive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" sz="1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moor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cache data on the device.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○"/>
            </a:pP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Caching fetched data for offline access.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</a:pPr>
            <a:r>
              <a:rPr lang="en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Caching</a:t>
            </a:r>
            <a:br>
              <a:rPr lang="en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libraries like </a:t>
            </a:r>
            <a:r>
              <a:rPr lang="en" sz="1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dio_cache_interceptor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" sz="1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http_cache_manager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cache API responses.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○"/>
            </a:pP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Storing JSON responses from an API.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15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99;p2" descr="Aitrich Logo-02">
            <a:extLst>
              <a:ext uri="{FF2B5EF4-FFF2-40B4-BE49-F238E27FC236}">
                <a16:creationId xmlns:a16="http://schemas.microsoft.com/office/drawing/2014/main" id="{BD3BA758-2086-8243-02BB-B1165EB5AA8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343312" cy="10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227700" y="997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5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Handling Large Datasets and Pagination</a:t>
            </a:r>
            <a:endParaRPr sz="3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134225" y="1253700"/>
            <a:ext cx="91440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 datasets can slow down performance. Use pagination, lazy loading, and indexing to manage large data efficiently.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Techniques for Handling Large Data</a:t>
            </a:r>
            <a:endParaRPr sz="15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</a:pPr>
            <a:r>
              <a:rPr lang="en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Pagination</a:t>
            </a:r>
            <a:br>
              <a:rPr lang="en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○"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data in chunks instead of all at once.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○"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Fetch 10 items at a time instead of 1000.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</a:pPr>
            <a:r>
              <a:rPr lang="en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Lazy Loading</a:t>
            </a:r>
            <a:br>
              <a:rPr lang="en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○"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images and content only when needed.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Using </a:t>
            </a:r>
            <a:r>
              <a:rPr lang="en" sz="15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ListView.builder()</a:t>
            </a: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instead of </a:t>
            </a:r>
            <a:r>
              <a:rPr lang="en" sz="15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ListView()</a:t>
            </a: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" name="Google Shape;99;p2" descr="Aitrich Logo-02">
            <a:extLst>
              <a:ext uri="{FF2B5EF4-FFF2-40B4-BE49-F238E27FC236}">
                <a16:creationId xmlns:a16="http://schemas.microsoft.com/office/drawing/2014/main" id="{9B35DA46-3CE1-B014-0F32-0E2DCA06049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709248" y="-63675"/>
            <a:ext cx="1343312" cy="10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727650" y="1529700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Backup and Recovery</a:t>
            </a:r>
            <a:endParaRPr sz="25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Ensuring data safety through </a:t>
            </a:r>
            <a:r>
              <a:rPr lang="en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backup and recovery strategies</a:t>
            </a: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essential for user data protection.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" name="Google Shape;99;p2" descr="Aitrich Logo-02">
            <a:extLst>
              <a:ext uri="{FF2B5EF4-FFF2-40B4-BE49-F238E27FC236}">
                <a16:creationId xmlns:a16="http://schemas.microsoft.com/office/drawing/2014/main" id="{D62C989E-AF84-6B79-806B-8D4BD8F30C0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00688" y="26670"/>
            <a:ext cx="1343312" cy="10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On-screen Show (16:9)</PresentationFormat>
  <Paragraphs>27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Raleway</vt:lpstr>
      <vt:lpstr>Lato</vt:lpstr>
      <vt:lpstr>Calibri</vt:lpstr>
      <vt:lpstr>Arial</vt:lpstr>
      <vt:lpstr>Streamline</vt:lpstr>
      <vt:lpstr>Optimizing Your Flutter: Data Efficiency and Resilience</vt:lpstr>
      <vt:lpstr>Caching Strategies for Performance Optimization </vt:lpstr>
      <vt:lpstr> Types of Caching in Flutter </vt:lpstr>
      <vt:lpstr>Handling Large Datasets and Pagination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Jubi Marva</cp:lastModifiedBy>
  <cp:revision>1</cp:revision>
  <dcterms:modified xsi:type="dcterms:W3CDTF">2025-08-11T09:34:53Z</dcterms:modified>
</cp:coreProperties>
</file>