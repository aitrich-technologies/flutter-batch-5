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21"/>
  </p:notesMasterIdLst>
  <p:sldIdLst>
    <p:sldId id="256" r:id="rId2"/>
    <p:sldId id="257" r:id="rId3"/>
    <p:sldId id="276" r:id="rId4"/>
    <p:sldId id="258" r:id="rId5"/>
    <p:sldId id="277" r:id="rId6"/>
    <p:sldId id="259" r:id="rId7"/>
    <p:sldId id="261" r:id="rId8"/>
    <p:sldId id="262" r:id="rId9"/>
    <p:sldId id="263" r:id="rId10"/>
    <p:sldId id="264" r:id="rId11"/>
    <p:sldId id="265" r:id="rId12"/>
    <p:sldId id="266" r:id="rId13"/>
    <p:sldId id="267" r:id="rId14"/>
    <p:sldId id="268" r:id="rId15"/>
    <p:sldId id="270" r:id="rId16"/>
    <p:sldId id="269" r:id="rId17"/>
    <p:sldId id="271" r:id="rId18"/>
    <p:sldId id="272" r:id="rId19"/>
    <p:sldId id="274" r:id="rId20"/>
  </p:sldIdLst>
  <p:sldSz cx="12192000" cy="6858000"/>
  <p:notesSz cx="6858000" cy="9144000"/>
  <p:embeddedFontLst>
    <p:embeddedFont>
      <p:font typeface="Microsoft YaHei" panose="020B0503020204020204" pitchFamily="34" charset="-122"/>
      <p:regular r:id="rId22"/>
      <p:bold r:id="rId23"/>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defaultTextStyle>
  <p:extLst>
    <p:ext uri="{EFAFB233-063F-42B5-8137-9DF3F51BA10A}">
      <p15:sldGuideLst xmlns:p15="http://schemas.microsoft.com/office/powerpoint/2012/main">
        <p15:guide id="1" orient="horz" pos="2160" userDrawn="1">
          <p15:clr>
            <a:srgbClr val="A4A3A4"/>
          </p15:clr>
        </p15:guide>
        <p15:guide id="2" pos="3835"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howGuides="1">
      <p:cViewPr>
        <p:scale>
          <a:sx n="75" d="100"/>
          <a:sy n="75" d="100"/>
        </p:scale>
        <p:origin x="946" y="120"/>
      </p:cViewPr>
      <p:guideLst>
        <p:guide orient="horz" pos="2160"/>
        <p:guide pos="3835"/>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2.fntdata"/><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1.fntdata"/><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chemeClr val="dk1"/>
              </a:buClr>
              <a:buSzPts val="1200"/>
              <a:buFont typeface="Calibri" panose="020F0502020204030204"/>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1pPr>
            <a:lvl2pPr marR="0" lvl="1" algn="l" rtl="0">
              <a:lnSpc>
                <a:spcPct val="100000"/>
              </a:lnSpc>
              <a:spcBef>
                <a:spcPts val="0"/>
              </a:spcBef>
              <a:spcAft>
                <a:spcPts val="0"/>
              </a:spcAft>
              <a:buClr>
                <a:schemeClr val="dk1"/>
              </a:buClr>
              <a:buSzPts val="1800"/>
              <a:buFont typeface="Calibri" panose="020F050202020403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lnSpc>
                <a:spcPct val="100000"/>
              </a:lnSpc>
              <a:spcBef>
                <a:spcPts val="0"/>
              </a:spcBef>
              <a:spcAft>
                <a:spcPts val="0"/>
              </a:spcAft>
              <a:buClr>
                <a:schemeClr val="dk1"/>
              </a:buClr>
              <a:buSzPts val="1800"/>
              <a:buFont typeface="Calibri" panose="020F050202020403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lnSpc>
                <a:spcPct val="100000"/>
              </a:lnSpc>
              <a:spcBef>
                <a:spcPts val="0"/>
              </a:spcBef>
              <a:spcAft>
                <a:spcPts val="0"/>
              </a:spcAft>
              <a:buClr>
                <a:schemeClr val="dk1"/>
              </a:buClr>
              <a:buSzPts val="1800"/>
              <a:buFont typeface="Calibri" panose="020F050202020403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lnSpc>
                <a:spcPct val="100000"/>
              </a:lnSpc>
              <a:spcBef>
                <a:spcPts val="0"/>
              </a:spcBef>
              <a:spcAft>
                <a:spcPts val="0"/>
              </a:spcAft>
              <a:buClr>
                <a:schemeClr val="dk1"/>
              </a:buClr>
              <a:buSzPts val="1800"/>
              <a:buFont typeface="Calibri" panose="020F050202020403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lnSpc>
                <a:spcPct val="100000"/>
              </a:lnSpc>
              <a:spcBef>
                <a:spcPts val="0"/>
              </a:spcBef>
              <a:spcAft>
                <a:spcPts val="0"/>
              </a:spcAft>
              <a:buClr>
                <a:schemeClr val="dk1"/>
              </a:buClr>
              <a:buSzPts val="1800"/>
              <a:buFont typeface="Calibri" panose="020F050202020403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lnSpc>
                <a:spcPct val="100000"/>
              </a:lnSpc>
              <a:spcBef>
                <a:spcPts val="0"/>
              </a:spcBef>
              <a:spcAft>
                <a:spcPts val="0"/>
              </a:spcAft>
              <a:buClr>
                <a:schemeClr val="dk1"/>
              </a:buClr>
              <a:buSzPts val="1800"/>
              <a:buFont typeface="Calibri" panose="020F050202020403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lnSpc>
                <a:spcPct val="100000"/>
              </a:lnSpc>
              <a:spcBef>
                <a:spcPts val="0"/>
              </a:spcBef>
              <a:spcAft>
                <a:spcPts val="0"/>
              </a:spcAft>
              <a:buClr>
                <a:schemeClr val="dk1"/>
              </a:buClr>
              <a:buSzPts val="1800"/>
              <a:buFont typeface="Calibri" panose="020F050202020403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lnSpc>
                <a:spcPct val="100000"/>
              </a:lnSpc>
              <a:spcBef>
                <a:spcPts val="0"/>
              </a:spcBef>
              <a:spcAft>
                <a:spcPts val="0"/>
              </a:spcAft>
              <a:buClr>
                <a:schemeClr val="dk1"/>
              </a:buClr>
              <a:buSzPts val="1800"/>
              <a:buFont typeface="Calibri" panose="020F050202020403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chemeClr val="dk1"/>
              </a:buClr>
              <a:buSzPts val="1200"/>
              <a:buFont typeface="Calibri" panose="020F0502020204030204"/>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1pPr>
            <a:lvl2pPr marR="0" lvl="1" algn="l" rtl="0">
              <a:lnSpc>
                <a:spcPct val="100000"/>
              </a:lnSpc>
              <a:spcBef>
                <a:spcPts val="0"/>
              </a:spcBef>
              <a:spcAft>
                <a:spcPts val="0"/>
              </a:spcAft>
              <a:buClr>
                <a:schemeClr val="dk1"/>
              </a:buClr>
              <a:buSzPts val="1800"/>
              <a:buFont typeface="Calibri" panose="020F050202020403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lnSpc>
                <a:spcPct val="100000"/>
              </a:lnSpc>
              <a:spcBef>
                <a:spcPts val="0"/>
              </a:spcBef>
              <a:spcAft>
                <a:spcPts val="0"/>
              </a:spcAft>
              <a:buClr>
                <a:schemeClr val="dk1"/>
              </a:buClr>
              <a:buSzPts val="1800"/>
              <a:buFont typeface="Calibri" panose="020F050202020403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lnSpc>
                <a:spcPct val="100000"/>
              </a:lnSpc>
              <a:spcBef>
                <a:spcPts val="0"/>
              </a:spcBef>
              <a:spcAft>
                <a:spcPts val="0"/>
              </a:spcAft>
              <a:buClr>
                <a:schemeClr val="dk1"/>
              </a:buClr>
              <a:buSzPts val="1800"/>
              <a:buFont typeface="Calibri" panose="020F050202020403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lnSpc>
                <a:spcPct val="100000"/>
              </a:lnSpc>
              <a:spcBef>
                <a:spcPts val="0"/>
              </a:spcBef>
              <a:spcAft>
                <a:spcPts val="0"/>
              </a:spcAft>
              <a:buClr>
                <a:schemeClr val="dk1"/>
              </a:buClr>
              <a:buSzPts val="1800"/>
              <a:buFont typeface="Calibri" panose="020F050202020403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lnSpc>
                <a:spcPct val="100000"/>
              </a:lnSpc>
              <a:spcBef>
                <a:spcPts val="0"/>
              </a:spcBef>
              <a:spcAft>
                <a:spcPts val="0"/>
              </a:spcAft>
              <a:buClr>
                <a:schemeClr val="dk1"/>
              </a:buClr>
              <a:buSzPts val="1800"/>
              <a:buFont typeface="Calibri" panose="020F050202020403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lnSpc>
                <a:spcPct val="100000"/>
              </a:lnSpc>
              <a:spcBef>
                <a:spcPts val="0"/>
              </a:spcBef>
              <a:spcAft>
                <a:spcPts val="0"/>
              </a:spcAft>
              <a:buClr>
                <a:schemeClr val="dk1"/>
              </a:buClr>
              <a:buSzPts val="1800"/>
              <a:buFont typeface="Calibri" panose="020F050202020403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lnSpc>
                <a:spcPct val="100000"/>
              </a:lnSpc>
              <a:spcBef>
                <a:spcPts val="0"/>
              </a:spcBef>
              <a:spcAft>
                <a:spcPts val="0"/>
              </a:spcAft>
              <a:buClr>
                <a:schemeClr val="dk1"/>
              </a:buClr>
              <a:buSzPts val="1800"/>
              <a:buFont typeface="Calibri" panose="020F050202020403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lnSpc>
                <a:spcPct val="100000"/>
              </a:lnSpc>
              <a:spcBef>
                <a:spcPts val="0"/>
              </a:spcBef>
              <a:spcAft>
                <a:spcPts val="0"/>
              </a:spcAft>
              <a:buClr>
                <a:schemeClr val="dk1"/>
              </a:buClr>
              <a:buSzPts val="1800"/>
              <a:buFont typeface="Calibri" panose="020F050202020403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360"/>
              </a:spcBef>
              <a:spcAft>
                <a:spcPts val="0"/>
              </a:spcAft>
              <a:buSzPts val="1400"/>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1pPr>
            <a:lvl2pPr marL="914400" marR="0" lvl="1" indent="-228600" algn="l" rtl="0">
              <a:spcBef>
                <a:spcPts val="360"/>
              </a:spcBef>
              <a:spcAft>
                <a:spcPts val="0"/>
              </a:spcAft>
              <a:buSzPts val="1400"/>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L="1371600" marR="0" lvl="2" indent="-228600" algn="l" rtl="0">
              <a:spcBef>
                <a:spcPts val="360"/>
              </a:spcBef>
              <a:spcAft>
                <a:spcPts val="0"/>
              </a:spcAft>
              <a:buSzPts val="1400"/>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L="1828800" marR="0" lvl="3" indent="-228600" algn="l" rtl="0">
              <a:spcBef>
                <a:spcPts val="360"/>
              </a:spcBef>
              <a:spcAft>
                <a:spcPts val="0"/>
              </a:spcAft>
              <a:buSzPts val="1400"/>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L="2286000" marR="0" lvl="4" indent="-228600" algn="l" rtl="0">
              <a:spcBef>
                <a:spcPts val="360"/>
              </a:spcBef>
              <a:spcAft>
                <a:spcPts val="0"/>
              </a:spcAft>
              <a:buSzPts val="1400"/>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L="2743200" marR="0" lvl="5" indent="-228600" algn="l" rtl="0">
              <a:spcBef>
                <a:spcPts val="0"/>
              </a:spcBef>
              <a:spcAft>
                <a:spcPts val="0"/>
              </a:spcAft>
              <a:buSzPts val="1400"/>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L="3200400" marR="0" lvl="6" indent="-228600" algn="l" rtl="0">
              <a:spcBef>
                <a:spcPts val="0"/>
              </a:spcBef>
              <a:spcAft>
                <a:spcPts val="0"/>
              </a:spcAft>
              <a:buSzPts val="1400"/>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L="3657600" marR="0" lvl="7" indent="-228600" algn="l" rtl="0">
              <a:spcBef>
                <a:spcPts val="0"/>
              </a:spcBef>
              <a:spcAft>
                <a:spcPts val="0"/>
              </a:spcAft>
              <a:buSzPts val="1400"/>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L="4114800" marR="0" lvl="8" indent="-228600" algn="l" rtl="0">
              <a:spcBef>
                <a:spcPts val="0"/>
              </a:spcBef>
              <a:spcAft>
                <a:spcPts val="0"/>
              </a:spcAft>
              <a:buSzPts val="1400"/>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a:endParaRPr/>
          </a:p>
        </p:txBody>
      </p:sp>
      <p:sp>
        <p:nvSpPr>
          <p:cNvPr id="7" name="Google Shape;7;n"/>
          <p:cNvSpPr txBox="1">
            <a:spLocks noGrp="1"/>
          </p:cNvSpPr>
          <p:nvPr>
            <p:ph type="ftr" idx="11"/>
          </p:nvPr>
        </p:nvSpPr>
        <p:spPr>
          <a:xfrm>
            <a:off x="0" y="8685213"/>
            <a:ext cx="2971800" cy="458788"/>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chemeClr val="dk1"/>
              </a:buClr>
              <a:buSzPts val="1200"/>
              <a:buFont typeface="Calibri" panose="020F0502020204030204"/>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1pPr>
            <a:lvl2pPr marR="0" lvl="1" algn="l" rtl="0">
              <a:lnSpc>
                <a:spcPct val="100000"/>
              </a:lnSpc>
              <a:spcBef>
                <a:spcPts val="0"/>
              </a:spcBef>
              <a:spcAft>
                <a:spcPts val="0"/>
              </a:spcAft>
              <a:buClr>
                <a:schemeClr val="dk1"/>
              </a:buClr>
              <a:buSzPts val="1800"/>
              <a:buFont typeface="Calibri" panose="020F050202020403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lnSpc>
                <a:spcPct val="100000"/>
              </a:lnSpc>
              <a:spcBef>
                <a:spcPts val="0"/>
              </a:spcBef>
              <a:spcAft>
                <a:spcPts val="0"/>
              </a:spcAft>
              <a:buClr>
                <a:schemeClr val="dk1"/>
              </a:buClr>
              <a:buSzPts val="1800"/>
              <a:buFont typeface="Calibri" panose="020F050202020403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lnSpc>
                <a:spcPct val="100000"/>
              </a:lnSpc>
              <a:spcBef>
                <a:spcPts val="0"/>
              </a:spcBef>
              <a:spcAft>
                <a:spcPts val="0"/>
              </a:spcAft>
              <a:buClr>
                <a:schemeClr val="dk1"/>
              </a:buClr>
              <a:buSzPts val="1800"/>
              <a:buFont typeface="Calibri" panose="020F050202020403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lnSpc>
                <a:spcPct val="100000"/>
              </a:lnSpc>
              <a:spcBef>
                <a:spcPts val="0"/>
              </a:spcBef>
              <a:spcAft>
                <a:spcPts val="0"/>
              </a:spcAft>
              <a:buClr>
                <a:schemeClr val="dk1"/>
              </a:buClr>
              <a:buSzPts val="1800"/>
              <a:buFont typeface="Calibri" panose="020F050202020403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lnSpc>
                <a:spcPct val="100000"/>
              </a:lnSpc>
              <a:spcBef>
                <a:spcPts val="0"/>
              </a:spcBef>
              <a:spcAft>
                <a:spcPts val="0"/>
              </a:spcAft>
              <a:buClr>
                <a:schemeClr val="dk1"/>
              </a:buClr>
              <a:buSzPts val="1800"/>
              <a:buFont typeface="Calibri" panose="020F050202020403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lnSpc>
                <a:spcPct val="100000"/>
              </a:lnSpc>
              <a:spcBef>
                <a:spcPts val="0"/>
              </a:spcBef>
              <a:spcAft>
                <a:spcPts val="0"/>
              </a:spcAft>
              <a:buClr>
                <a:schemeClr val="dk1"/>
              </a:buClr>
              <a:buSzPts val="1800"/>
              <a:buFont typeface="Calibri" panose="020F050202020403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lnSpc>
                <a:spcPct val="100000"/>
              </a:lnSpc>
              <a:spcBef>
                <a:spcPts val="0"/>
              </a:spcBef>
              <a:spcAft>
                <a:spcPts val="0"/>
              </a:spcAft>
              <a:buClr>
                <a:schemeClr val="dk1"/>
              </a:buClr>
              <a:buSzPts val="1800"/>
              <a:buFont typeface="Calibri" panose="020F050202020403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lnSpc>
                <a:spcPct val="100000"/>
              </a:lnSpc>
              <a:spcBef>
                <a:spcPts val="0"/>
              </a:spcBef>
              <a:spcAft>
                <a:spcPts val="0"/>
              </a:spcAft>
              <a:buClr>
                <a:schemeClr val="dk1"/>
              </a:buClr>
              <a:buSzPts val="1800"/>
              <a:buFont typeface="Calibri" panose="020F050202020403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a:endParaRPr/>
          </a:p>
        </p:txBody>
      </p:sp>
      <p:sp>
        <p:nvSpPr>
          <p:cNvPr id="8" name="Google Shape;8;n"/>
          <p:cNvSpPr txBox="1">
            <a:spLocks noGrp="1"/>
          </p:cNvSpPr>
          <p:nvPr>
            <p:ph type="sldNum" idx="12"/>
          </p:nvPr>
        </p:nvSpPr>
        <p:spPr>
          <a:xfrm>
            <a:off x="3884613" y="8685213"/>
            <a:ext cx="2971800" cy="458788"/>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chemeClr val="dk1"/>
              </a:buClr>
              <a:buSzPts val="1200"/>
              <a:buFont typeface="Calibri" panose="020F0502020204030204"/>
              <a:buNone/>
            </a:pPr>
            <a:fld id="{00000000-1234-1234-1234-123412341234}" type="slidenum">
              <a:rPr lang="en-US" sz="1200" b="0" i="0" u="none" strike="noStrike" cap="none">
                <a:solidFill>
                  <a:schemeClr val="dk1"/>
                </a:solidFill>
                <a:latin typeface="Calibri" panose="020F0502020204030204"/>
                <a:ea typeface="Calibri" panose="020F0502020204030204"/>
                <a:cs typeface="Calibri" panose="020F0502020204030204"/>
                <a:sym typeface="Calibri" panose="020F0502020204030204"/>
              </a:rPr>
              <a:t>‹#›</a:t>
            </a:fld>
            <a:endParaRPr sz="1200" b="0" i="0" u="none" strike="noStrike" cap="none">
              <a:solidFill>
                <a:schemeClr val="dk1"/>
              </a:solidFill>
              <a:latin typeface="Calibri" panose="020F0502020204030204"/>
              <a:ea typeface="Calibri" panose="020F0502020204030204"/>
              <a:cs typeface="Calibri" panose="020F0502020204030204"/>
              <a:sym typeface="Calibri" panose="020F0502020204030204"/>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
        <p:cNvGrpSpPr/>
        <p:nvPr/>
      </p:nvGrpSpPr>
      <p:grpSpPr>
        <a:xfrm>
          <a:off x="0" y="0"/>
          <a:ext cx="0" cy="0"/>
          <a:chOff x="0" y="0"/>
          <a:chExt cx="0" cy="0"/>
        </a:xfrm>
      </p:grpSpPr>
      <p:sp>
        <p:nvSpPr>
          <p:cNvPr id="26" name="Google Shape;26;p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7" name="Google Shape;27;p1: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This presentation will provide a comprehensive overview of Dart programming, covering object-oriented principles, functional concepts, error management, code optimization, and package utilization.</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
        <p:cNvGrpSpPr/>
        <p:nvPr/>
      </p:nvGrpSpPr>
      <p:grpSpPr>
        <a:xfrm>
          <a:off x="0" y="0"/>
          <a:ext cx="0" cy="0"/>
          <a:chOff x="0" y="0"/>
          <a:chExt cx="0" cy="0"/>
        </a:xfrm>
      </p:grpSpPr>
      <p:sp>
        <p:nvSpPr>
          <p:cNvPr id="38" name="Google Shape;38;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9" name="Google Shape;39;p2: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Object-oriented programming (OOP) is a fundamental paradigm in Dart. Classes act as templates for creating objects, encapsulating data and functionality. Inheritance allows code reuse and creates relationships between classes. Polymorphism enables flexible method calls, making code more adaptable. Understanding class members like properties, methods, and constructors is essential for building well-structured and reusable Dart applications.</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
        <p:cNvGrpSpPr/>
        <p:nvPr/>
      </p:nvGrpSpPr>
      <p:grpSpPr>
        <a:xfrm>
          <a:off x="0" y="0"/>
          <a:ext cx="0" cy="0"/>
          <a:chOff x="0" y="0"/>
          <a:chExt cx="0" cy="0"/>
        </a:xfrm>
      </p:grpSpPr>
      <p:sp>
        <p:nvSpPr>
          <p:cNvPr id="38" name="Google Shape;38;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9" name="Google Shape;39;p2: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Object-oriented programming (OOP) is a fundamental paradigm in Dart. Classes act as templates for creating objects, encapsulating data and functionality. Inheritance allows code reuse and creates relationships between classes. Polymorphism enables flexible method calls, making code more adaptable. Understanding class members like properties, methods, and constructors is essential for building well-structured and reusable Dart applications.</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p:cNvGrpSpPr/>
        <p:nvPr/>
      </p:nvGrpSpPr>
      <p:grpSpPr>
        <a:xfrm>
          <a:off x="0" y="0"/>
          <a:ext cx="0" cy="0"/>
          <a:chOff x="0" y="0"/>
          <a:chExt cx="0" cy="0"/>
        </a:xfrm>
      </p:grpSpPr>
      <p:sp>
        <p:nvSpPr>
          <p:cNvPr id="51" name="Google Shape;51;p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2" name="Google Shape;52;p3: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A class in terms of Oops is the blueprint of objects.</a:t>
            </a:r>
          </a:p>
          <a:p>
            <a:pPr marL="0" lvl="0" indent="0" algn="l" rtl="0">
              <a:spcBef>
                <a:spcPts val="360"/>
              </a:spcBef>
              <a:spcAft>
                <a:spcPts val="0"/>
              </a:spcAft>
              <a:buNone/>
            </a:pPr>
            <a:r>
              <a:rPr lang="en-US"/>
              <a:t>Fields : a field is any variable declared inside a class. A field represent data pertaining to objects.</a:t>
            </a:r>
          </a:p>
          <a:p>
            <a:pPr marL="0" lvl="0" indent="0" algn="l" rtl="0">
              <a:spcBef>
                <a:spcPts val="360"/>
              </a:spcBef>
              <a:spcAft>
                <a:spcPts val="0"/>
              </a:spcAft>
              <a:buNone/>
            </a:pPr>
            <a:r>
              <a:rPr lang="en-US"/>
              <a:t>Functions :  functions refers to the action an object can take. It can also be called as methods.</a:t>
            </a:r>
          </a:p>
          <a:p>
            <a:pPr marL="0" lvl="0" indent="0" algn="l" rtl="0">
              <a:spcBef>
                <a:spcPts val="360"/>
              </a:spcBef>
              <a:spcAft>
                <a:spcPts val="0"/>
              </a:spcAft>
              <a:buNone/>
            </a:pPr>
            <a:r>
              <a:rPr lang="en-US"/>
              <a:t>Constructors :  responsible for allocating memory to new objects.</a:t>
            </a:r>
          </a:p>
          <a:p>
            <a:pPr marL="0" lvl="0" indent="0" algn="l" rtl="0">
              <a:spcBef>
                <a:spcPts val="360"/>
              </a:spcBef>
              <a:spcAft>
                <a:spcPts val="0"/>
              </a:spcAft>
              <a:buNone/>
            </a:pPr>
            <a:r>
              <a:rPr lang="en-US"/>
              <a:t>Setters/Getters : Allows the program to initialize and retrieve the values of the fields of a class. A default getter/ setter is associated with every class. However, the default ones can be overridden by explicitly defining a setter/ getter.</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p:cNvGrpSpPr/>
        <p:nvPr/>
      </p:nvGrpSpPr>
      <p:grpSpPr>
        <a:xfrm>
          <a:off x="0" y="0"/>
          <a:ext cx="0" cy="0"/>
          <a:chOff x="0" y="0"/>
          <a:chExt cx="0" cy="0"/>
        </a:xfrm>
      </p:grpSpPr>
      <p:sp>
        <p:nvSpPr>
          <p:cNvPr id="51" name="Google Shape;51;p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2" name="Google Shape;52;p3: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A class in terms of Oops is the blueprint of objects.</a:t>
            </a:r>
          </a:p>
          <a:p>
            <a:pPr marL="0" lvl="0" indent="0" algn="l" rtl="0">
              <a:spcBef>
                <a:spcPts val="360"/>
              </a:spcBef>
              <a:spcAft>
                <a:spcPts val="0"/>
              </a:spcAft>
              <a:buNone/>
            </a:pPr>
            <a:r>
              <a:rPr lang="en-US"/>
              <a:t>Fields : a field is any variable declared inside a class. A field represent data pertaining to objects.</a:t>
            </a:r>
          </a:p>
          <a:p>
            <a:pPr marL="0" lvl="0" indent="0" algn="l" rtl="0">
              <a:spcBef>
                <a:spcPts val="360"/>
              </a:spcBef>
              <a:spcAft>
                <a:spcPts val="0"/>
              </a:spcAft>
              <a:buNone/>
            </a:pPr>
            <a:r>
              <a:rPr lang="en-US"/>
              <a:t>Functions :  functions refers to the action an object can take. It can also be called as methods.</a:t>
            </a:r>
          </a:p>
          <a:p>
            <a:pPr marL="0" lvl="0" indent="0" algn="l" rtl="0">
              <a:spcBef>
                <a:spcPts val="360"/>
              </a:spcBef>
              <a:spcAft>
                <a:spcPts val="0"/>
              </a:spcAft>
              <a:buNone/>
            </a:pPr>
            <a:r>
              <a:rPr lang="en-US"/>
              <a:t>Constructors :  responsible for allocating memory to new objects.</a:t>
            </a:r>
          </a:p>
          <a:p>
            <a:pPr marL="0" lvl="0" indent="0" algn="l" rtl="0">
              <a:spcBef>
                <a:spcPts val="360"/>
              </a:spcBef>
              <a:spcAft>
                <a:spcPts val="0"/>
              </a:spcAft>
              <a:buNone/>
            </a:pPr>
            <a:r>
              <a:rPr lang="en-US"/>
              <a:t>Setters/Getters : Allows the program to initialize and retrieve the values of the fields of a class. A default getter/ setter is associated with every class. However, the default ones can be overridden by explicitly defining a setter/ getter.</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6"/>
        <p:cNvGrpSpPr/>
        <p:nvPr/>
      </p:nvGrpSpPr>
      <p:grpSpPr>
        <a:xfrm>
          <a:off x="0" y="0"/>
          <a:ext cx="0" cy="0"/>
          <a:chOff x="0" y="0"/>
          <a:chExt cx="0" cy="0"/>
        </a:xfrm>
      </p:grpSpPr>
      <p:sp>
        <p:nvSpPr>
          <p:cNvPr id="67" name="Google Shape;67;p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8" name="Google Shape;68;p4: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The object itself is what holds any specific data and logic.</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1"/>
        <p:cNvGrpSpPr/>
        <p:nvPr/>
      </p:nvGrpSpPr>
      <p:grpSpPr>
        <a:xfrm>
          <a:off x="0" y="0"/>
          <a:ext cx="0" cy="0"/>
          <a:chOff x="0" y="0"/>
          <a:chExt cx="0" cy="0"/>
        </a:xfrm>
      </p:grpSpPr>
      <p:sp>
        <p:nvSpPr>
          <p:cNvPr id="102" name="Google Shape;102;p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03" name="Google Shape;103;p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Defining a function - a function definition requires when and how a specific task would be done.</a:t>
            </a:r>
          </a:p>
          <a:p>
            <a:pPr marL="0" lvl="0" indent="0" algn="l" rtl="0">
              <a:spcBef>
                <a:spcPts val="360"/>
              </a:spcBef>
              <a:spcAft>
                <a:spcPts val="0"/>
              </a:spcAft>
              <a:buNone/>
            </a:pPr>
            <a:r>
              <a:rPr lang="en-US"/>
              <a:t>Calling a function - A function must be called in order to execute it.</a:t>
            </a:r>
          </a:p>
          <a:p>
            <a:pPr marL="0" lvl="0" indent="0" algn="l" rtl="0">
              <a:spcBef>
                <a:spcPts val="360"/>
              </a:spcBef>
              <a:spcAft>
                <a:spcPts val="0"/>
              </a:spcAft>
              <a:buNone/>
            </a:pPr>
            <a:r>
              <a:rPr lang="en-US"/>
              <a:t>Returning functions - functions may also return values back along with the control, to the caller.</a:t>
            </a:r>
          </a:p>
          <a:p>
            <a:pPr marL="0" lvl="0" indent="0" algn="l" rtl="0">
              <a:spcBef>
                <a:spcPts val="360"/>
              </a:spcBef>
              <a:spcAft>
                <a:spcPts val="0"/>
              </a:spcAft>
              <a:buNone/>
            </a:pPr>
            <a:r>
              <a:rPr lang="en-US"/>
              <a:t>Parameterised functions - Parameters are a mechanism to pass values between the function.we can pass more than one parameter or what our object we want. But to receive, we must define data type.</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5"/>
        <p:cNvGrpSpPr/>
        <p:nvPr/>
      </p:nvGrpSpPr>
      <p:grpSpPr>
        <a:xfrm>
          <a:off x="0" y="0"/>
          <a:ext cx="0" cy="0"/>
          <a:chOff x="0" y="0"/>
          <a:chExt cx="0" cy="0"/>
        </a:xfrm>
      </p:grpSpPr>
      <p:sp>
        <p:nvSpPr>
          <p:cNvPr id="116" name="Google Shape;116;p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17" name="Google Shape;117;p7: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rgbClr val="DFBB64"/>
              </a:buClr>
              <a:buSzPts val="1200"/>
              <a:buFont typeface="Arial" panose="020B0604020202020204"/>
              <a:buNone/>
            </a:pPr>
            <a:r>
              <a:rPr lang="en-US">
                <a:solidFill>
                  <a:srgbClr val="DFBB64"/>
                </a:solidFill>
              </a:rPr>
              <a:t>Defining a function - a function definition requires when and how a specific task would be done.</a:t>
            </a:r>
            <a:endParaRPr>
              <a:solidFill>
                <a:srgbClr val="DFBB64"/>
              </a:solidFill>
            </a:endParaRPr>
          </a:p>
          <a:p>
            <a:pPr marL="0" lvl="0" indent="0" algn="l" rtl="0">
              <a:spcBef>
                <a:spcPts val="360"/>
              </a:spcBef>
              <a:spcAft>
                <a:spcPts val="0"/>
              </a:spcAft>
              <a:buNone/>
            </a:pPr>
            <a:endParaRPr>
              <a:solidFill>
                <a:srgbClr val="DFBB64"/>
              </a:solidFill>
            </a:endParaRPr>
          </a:p>
          <a:p>
            <a:pPr marL="0" lvl="0" indent="0" algn="l" rtl="0">
              <a:spcBef>
                <a:spcPts val="360"/>
              </a:spcBef>
              <a:spcAft>
                <a:spcPts val="0"/>
              </a:spcAft>
              <a:buClr>
                <a:srgbClr val="DFBB64"/>
              </a:buClr>
              <a:buSzPts val="1200"/>
              <a:buFont typeface="Arial" panose="020B0604020202020204"/>
              <a:buNone/>
            </a:pPr>
            <a:r>
              <a:rPr lang="en-US">
                <a:solidFill>
                  <a:srgbClr val="DFBB64"/>
                </a:solidFill>
              </a:rPr>
              <a:t>Calling a function - A function must be called in order to execute it.</a:t>
            </a:r>
            <a:endParaRPr>
              <a:solidFill>
                <a:srgbClr val="DFBB64"/>
              </a:solidFill>
            </a:endParaRPr>
          </a:p>
          <a:p>
            <a:pPr marL="0" lvl="0" indent="0" algn="l" rtl="0">
              <a:spcBef>
                <a:spcPts val="360"/>
              </a:spcBef>
              <a:spcAft>
                <a:spcPts val="0"/>
              </a:spcAft>
              <a:buNone/>
            </a:pPr>
            <a:endParaRPr>
              <a:solidFill>
                <a:srgbClr val="DFBB64"/>
              </a:solidFill>
            </a:endParaRPr>
          </a:p>
          <a:p>
            <a:pPr marL="0" lvl="0" indent="0" algn="l" rtl="0">
              <a:spcBef>
                <a:spcPts val="360"/>
              </a:spcBef>
              <a:spcAft>
                <a:spcPts val="0"/>
              </a:spcAft>
              <a:buClr>
                <a:srgbClr val="DFBB64"/>
              </a:buClr>
              <a:buSzPts val="1200"/>
              <a:buFont typeface="Arial" panose="020B0604020202020204"/>
              <a:buNone/>
            </a:pPr>
            <a:r>
              <a:rPr lang="en-US">
                <a:solidFill>
                  <a:srgbClr val="DFBB64"/>
                </a:solidFill>
              </a:rPr>
              <a:t>Returning functions - functions may also return values back along with the control, to the caller.</a:t>
            </a:r>
            <a:endParaRPr>
              <a:solidFill>
                <a:srgbClr val="DFBB64"/>
              </a:solidFill>
            </a:endParaRPr>
          </a:p>
          <a:p>
            <a:pPr marL="0" lvl="0" indent="0" algn="l" rtl="0">
              <a:spcBef>
                <a:spcPts val="360"/>
              </a:spcBef>
              <a:spcAft>
                <a:spcPts val="0"/>
              </a:spcAft>
              <a:buNone/>
            </a:pPr>
            <a:endParaRPr>
              <a:solidFill>
                <a:srgbClr val="DFBB64"/>
              </a:solidFill>
            </a:endParaRPr>
          </a:p>
          <a:p>
            <a:pPr marL="0" lvl="0" indent="0" algn="l" rtl="0">
              <a:spcBef>
                <a:spcPts val="360"/>
              </a:spcBef>
              <a:spcAft>
                <a:spcPts val="0"/>
              </a:spcAft>
              <a:buClr>
                <a:srgbClr val="DFBB64"/>
              </a:buClr>
              <a:buSzPts val="1200"/>
              <a:buFont typeface="Arial" panose="020B0604020202020204"/>
              <a:buNone/>
            </a:pPr>
            <a:r>
              <a:rPr lang="en-US">
                <a:solidFill>
                  <a:srgbClr val="DFBB64"/>
                </a:solidFill>
              </a:rPr>
              <a:t>Parameterised functions - Parameters are a mechanism to pass values between the function.we can pass more than one parameter or what our object we want. But to receive, we must define data type.</a:t>
            </a:r>
            <a:endParaRPr>
              <a:solidFill>
                <a:srgbClr val="DFBB64"/>
              </a:solidFill>
            </a:endParaRPr>
          </a:p>
          <a:p>
            <a:pPr marL="0" lvl="0" indent="0" algn="l" rtl="0">
              <a:spcBef>
                <a:spcPts val="360"/>
              </a:spcBef>
              <a:spcAft>
                <a:spcPts val="0"/>
              </a:spcAft>
              <a:buNone/>
            </a:pPr>
            <a:endParaRPr>
              <a:solidFill>
                <a:srgbClr val="DFBB64"/>
              </a:solidFill>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6"/>
        <p:cNvGrpSpPr/>
        <p:nvPr/>
      </p:nvGrpSpPr>
      <p:grpSpPr>
        <a:xfrm>
          <a:off x="0" y="0"/>
          <a:ext cx="0" cy="0"/>
          <a:chOff x="0" y="0"/>
          <a:chExt cx="0" cy="0"/>
        </a:xfrm>
      </p:grpSpPr>
      <p:sp>
        <p:nvSpPr>
          <p:cNvPr id="127" name="Google Shape;127;p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28" name="Google Shape;128;p8: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Dart parameters can be categorized broadly into two types: positional parameters and named parameters. Positional parameters are the traditional way of passing arguments to a function. They are defined in the function declaration and passed into the function in the same order when calling the function.</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1"/>
        <p:cNvGrpSpPr/>
        <p:nvPr/>
      </p:nvGrpSpPr>
      <p:grpSpPr>
        <a:xfrm>
          <a:off x="0" y="0"/>
          <a:ext cx="0" cy="0"/>
          <a:chOff x="0" y="0"/>
          <a:chExt cx="0" cy="0"/>
        </a:xfrm>
      </p:grpSpPr>
      <p:sp>
        <p:nvSpPr>
          <p:cNvPr id="142" name="Google Shape;142;p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43" name="Google Shape;143;p9: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solidFill>
                  <a:srgbClr val="DFBB64"/>
                </a:solidFill>
              </a:rPr>
              <a:t>Constructors are function which we will create with the name of class itself and which will execute automatically when the class is called.</a:t>
            </a:r>
            <a:endParaRPr>
              <a:solidFill>
                <a:srgbClr val="DFBB64"/>
              </a:solidFill>
            </a:endParaRPr>
          </a:p>
          <a:p>
            <a:pPr marL="0" lvl="0" indent="0" algn="l" rtl="0">
              <a:spcBef>
                <a:spcPts val="360"/>
              </a:spcBef>
              <a:spcAft>
                <a:spcPts val="0"/>
              </a:spcAft>
              <a:buNone/>
            </a:pPr>
            <a:endParaRPr>
              <a:solidFill>
                <a:srgbClr val="DFBB64"/>
              </a:solidFill>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5"/>
        <p:cNvGrpSpPr/>
        <p:nvPr/>
      </p:nvGrpSpPr>
      <p:grpSpPr>
        <a:xfrm>
          <a:off x="0" y="0"/>
          <a:ext cx="0" cy="0"/>
          <a:chOff x="0" y="0"/>
          <a:chExt cx="0" cy="0"/>
        </a:xfrm>
      </p:grpSpPr>
      <p:sp>
        <p:nvSpPr>
          <p:cNvPr id="156" name="Google Shape;156;p1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57" name="Google Shape;157;p10: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solidFill>
                  <a:srgbClr val="DFBB64"/>
                </a:solidFill>
              </a:rPr>
              <a:t>The keyword this refers to the current instance of the class.</a:t>
            </a:r>
            <a:endParaRPr>
              <a:solidFill>
                <a:srgbClr val="DFBB64"/>
              </a:solidFill>
            </a:endParaRPr>
          </a:p>
          <a:p>
            <a:pPr marL="0" lvl="0" indent="0" algn="l" rtl="0">
              <a:spcBef>
                <a:spcPts val="360"/>
              </a:spcBef>
              <a:spcAft>
                <a:spcPts val="0"/>
              </a:spcAft>
              <a:buNone/>
            </a:pPr>
            <a:endParaRPr>
              <a:solidFill>
                <a:srgbClr val="DFBB64"/>
              </a:solidFill>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9"/>
        <p:cNvGrpSpPr/>
        <p:nvPr/>
      </p:nvGrpSpPr>
      <p:grpSpPr>
        <a:xfrm>
          <a:off x="0" y="0"/>
          <a:ext cx="0" cy="0"/>
          <a:chOff x="0" y="0"/>
          <a:chExt cx="0" cy="0"/>
        </a:xfrm>
      </p:grpSpPr>
      <p:sp>
        <p:nvSpPr>
          <p:cNvPr id="170" name="Google Shape;170;p1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71" name="Google Shape;171;p11: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Getters and setters are used to access and modify the private fields of a class, respectively. They provide controlled access to the fields.</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3"/>
        <p:cNvGrpSpPr/>
        <p:nvPr/>
      </p:nvGrpSpPr>
      <p:grpSpPr>
        <a:xfrm>
          <a:off x="0" y="0"/>
          <a:ext cx="0" cy="0"/>
          <a:chOff x="0" y="0"/>
          <a:chExt cx="0" cy="0"/>
        </a:xfrm>
      </p:grpSpPr>
      <p:sp>
        <p:nvSpPr>
          <p:cNvPr id="184" name="Google Shape;184;p1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85" name="Google Shape;185;p12: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Inheritance allows a class to be defined that has a certain set of characteristics (fields, methods) and then other classes to be created that are derived from that class.</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7"/>
        <p:cNvGrpSpPr/>
        <p:nvPr/>
      </p:nvGrpSpPr>
      <p:grpSpPr>
        <a:xfrm>
          <a:off x="0" y="0"/>
          <a:ext cx="0" cy="0"/>
          <a:chOff x="0" y="0"/>
          <a:chExt cx="0" cy="0"/>
        </a:xfrm>
      </p:grpSpPr>
      <p:sp>
        <p:nvSpPr>
          <p:cNvPr id="198" name="Google Shape;198;p1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99" name="Google Shape;199;p13: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6"/>
        <p:cNvGrpSpPr/>
        <p:nvPr/>
      </p:nvGrpSpPr>
      <p:grpSpPr>
        <a:xfrm>
          <a:off x="0" y="0"/>
          <a:ext cx="0" cy="0"/>
          <a:chOff x="0" y="0"/>
          <a:chExt cx="0" cy="0"/>
        </a:xfrm>
      </p:grpSpPr>
      <p:sp>
        <p:nvSpPr>
          <p:cNvPr id="227" name="Google Shape;227;p1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28" name="Google Shape;228;p15: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Abstraction means dealing with the level of detail that is most appropriate to a task, and it often involves creating abstract classes that can't be instantiated on their own. These abstract classes are meant to be subclassed by other classes that provide concrete implementations of the abstract methods. Dart provides the abstract keyword to define abstract classes and methods.</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2"/>
        <p:cNvGrpSpPr/>
        <p:nvPr/>
      </p:nvGrpSpPr>
      <p:grpSpPr>
        <a:xfrm>
          <a:off x="0" y="0"/>
          <a:ext cx="0" cy="0"/>
          <a:chOff x="0" y="0"/>
          <a:chExt cx="0" cy="0"/>
        </a:xfrm>
      </p:grpSpPr>
      <p:sp>
        <p:nvSpPr>
          <p:cNvPr id="213" name="Google Shape;213;p1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14" name="Google Shape;214;p14: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Polymorphism in Dart refers to the ability of objects of different classes to be treated as objects of a common superclass.</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0"/>
        <p:cNvGrpSpPr/>
        <p:nvPr/>
      </p:nvGrpSpPr>
      <p:grpSpPr>
        <a:xfrm>
          <a:off x="0" y="0"/>
          <a:ext cx="0" cy="0"/>
          <a:chOff x="0" y="0"/>
          <a:chExt cx="0" cy="0"/>
        </a:xfrm>
      </p:grpSpPr>
      <p:sp>
        <p:nvSpPr>
          <p:cNvPr id="241" name="Google Shape;241;p1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42" name="Google Shape;242;p1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4"/>
        <p:cNvGrpSpPr/>
        <p:nvPr/>
      </p:nvGrpSpPr>
      <p:grpSpPr>
        <a:xfrm>
          <a:off x="0" y="0"/>
          <a:ext cx="0" cy="0"/>
          <a:chOff x="0" y="0"/>
          <a:chExt cx="0" cy="0"/>
        </a:xfrm>
      </p:grpSpPr>
      <p:sp>
        <p:nvSpPr>
          <p:cNvPr id="255" name="Google Shape;255;p1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56" name="Google Shape;256;p17: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 Writing clean and maintainable code is important for any programmer. It makes your code easier to understand, debug, and modify. There are a number of best practices for writing clean Dart code, such as using consistent naming conventions, proper commenting, and avoiding unnecessary complexity.</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9"/>
        <p:cNvGrpSpPr/>
        <p:nvPr/>
      </p:nvGrpSpPr>
      <p:grpSpPr>
        <a:xfrm>
          <a:off x="0" y="0"/>
          <a:ext cx="0" cy="0"/>
          <a:chOff x="0" y="0"/>
          <a:chExt cx="0" cy="0"/>
        </a:xfrm>
      </p:grpSpPr>
      <p:sp>
        <p:nvSpPr>
          <p:cNvPr id="290" name="Google Shape;290;p1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91" name="Google Shape;291;p19: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This presentation has provided a comprehensive overview of Dart programming, covering various essential concepts and practices. Remember that Dart is a continuously evolving language with new features and improvements being introduced regularly. Stay updated with the latest developments and continue to explore its capabilities to become a proficient Dart developer.</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Clr>
                <a:srgbClr val="888888"/>
              </a:buClr>
              <a:buSzPts val="1800"/>
              <a:buNone/>
              <a:defRPr/>
            </a:lvl1pPr>
            <a:lvl2pPr lvl="1" algn="l">
              <a:lnSpc>
                <a:spcPct val="100000"/>
              </a:lnSpc>
              <a:spcBef>
                <a:spcPts val="0"/>
              </a:spcBef>
              <a:spcAft>
                <a:spcPts val="0"/>
              </a:spcAft>
              <a:buClr>
                <a:schemeClr val="dk1"/>
              </a:buClr>
              <a:buSzPts val="1800"/>
              <a:buNone/>
              <a:defRPr/>
            </a:lvl2pPr>
            <a:lvl3pPr lvl="2" algn="l">
              <a:lnSpc>
                <a:spcPct val="100000"/>
              </a:lnSpc>
              <a:spcBef>
                <a:spcPts val="0"/>
              </a:spcBef>
              <a:spcAft>
                <a:spcPts val="0"/>
              </a:spcAft>
              <a:buClr>
                <a:schemeClr val="dk1"/>
              </a:buClr>
              <a:buSzPts val="1800"/>
              <a:buNone/>
              <a:defRPr/>
            </a:lvl3pPr>
            <a:lvl4pPr lvl="3" algn="l">
              <a:lnSpc>
                <a:spcPct val="100000"/>
              </a:lnSpc>
              <a:spcBef>
                <a:spcPts val="0"/>
              </a:spcBef>
              <a:spcAft>
                <a:spcPts val="0"/>
              </a:spcAft>
              <a:buClr>
                <a:schemeClr val="dk1"/>
              </a:buClr>
              <a:buSzPts val="1800"/>
              <a:buNone/>
              <a:defRPr/>
            </a:lvl4pPr>
            <a:lvl5pPr lvl="4" algn="l">
              <a:lnSpc>
                <a:spcPct val="100000"/>
              </a:lnSpc>
              <a:spcBef>
                <a:spcPts val="0"/>
              </a:spcBef>
              <a:spcAft>
                <a:spcPts val="0"/>
              </a:spcAft>
              <a:buClr>
                <a:schemeClr val="dk1"/>
              </a:buClr>
              <a:buSzPts val="1800"/>
              <a:buNone/>
              <a:defRPr/>
            </a:lvl5pPr>
            <a:lvl6pPr lvl="5" algn="l">
              <a:lnSpc>
                <a:spcPct val="100000"/>
              </a:lnSpc>
              <a:spcBef>
                <a:spcPts val="0"/>
              </a:spcBef>
              <a:spcAft>
                <a:spcPts val="0"/>
              </a:spcAft>
              <a:buClr>
                <a:schemeClr val="dk1"/>
              </a:buClr>
              <a:buSzPts val="1800"/>
              <a:buNone/>
              <a:defRPr/>
            </a:lvl6pPr>
            <a:lvl7pPr lvl="6" algn="l">
              <a:lnSpc>
                <a:spcPct val="100000"/>
              </a:lnSpc>
              <a:spcBef>
                <a:spcPts val="0"/>
              </a:spcBef>
              <a:spcAft>
                <a:spcPts val="0"/>
              </a:spcAft>
              <a:buClr>
                <a:schemeClr val="dk1"/>
              </a:buClr>
              <a:buSzPts val="1800"/>
              <a:buNone/>
              <a:defRPr/>
            </a:lvl7pPr>
            <a:lvl8pPr lvl="7" algn="l">
              <a:lnSpc>
                <a:spcPct val="100000"/>
              </a:lnSpc>
              <a:spcBef>
                <a:spcPts val="0"/>
              </a:spcBef>
              <a:spcAft>
                <a:spcPts val="0"/>
              </a:spcAft>
              <a:buClr>
                <a:schemeClr val="dk1"/>
              </a:buClr>
              <a:buSzPts val="1800"/>
              <a:buNone/>
              <a:defRPr/>
            </a:lvl8pPr>
            <a:lvl9pPr lvl="8" algn="l">
              <a:lnSpc>
                <a:spcPct val="100000"/>
              </a:lnSpc>
              <a:spcBef>
                <a:spcPts val="0"/>
              </a:spcBef>
              <a:spcAft>
                <a:spcPts val="0"/>
              </a:spcAft>
              <a:buClr>
                <a:schemeClr val="dk1"/>
              </a:buClr>
              <a:buSzPts val="1800"/>
              <a:buNone/>
              <a:defRPr/>
            </a:lvl9pPr>
          </a:lstStyle>
          <a:p>
            <a:endParaRPr/>
          </a:p>
        </p:txBody>
      </p:sp>
      <p:sp>
        <p:nvSpPr>
          <p:cNvPr id="17" name="Google Shape;17;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Clr>
                <a:srgbClr val="888888"/>
              </a:buClr>
              <a:buSzPts val="1800"/>
              <a:buNone/>
              <a:defRPr/>
            </a:lvl1pPr>
            <a:lvl2pPr lvl="1" algn="l">
              <a:lnSpc>
                <a:spcPct val="100000"/>
              </a:lnSpc>
              <a:spcBef>
                <a:spcPts val="0"/>
              </a:spcBef>
              <a:spcAft>
                <a:spcPts val="0"/>
              </a:spcAft>
              <a:buClr>
                <a:schemeClr val="dk1"/>
              </a:buClr>
              <a:buSzPts val="1800"/>
              <a:buNone/>
              <a:defRPr/>
            </a:lvl2pPr>
            <a:lvl3pPr lvl="2" algn="l">
              <a:lnSpc>
                <a:spcPct val="100000"/>
              </a:lnSpc>
              <a:spcBef>
                <a:spcPts val="0"/>
              </a:spcBef>
              <a:spcAft>
                <a:spcPts val="0"/>
              </a:spcAft>
              <a:buClr>
                <a:schemeClr val="dk1"/>
              </a:buClr>
              <a:buSzPts val="1800"/>
              <a:buNone/>
              <a:defRPr/>
            </a:lvl3pPr>
            <a:lvl4pPr lvl="3" algn="l">
              <a:lnSpc>
                <a:spcPct val="100000"/>
              </a:lnSpc>
              <a:spcBef>
                <a:spcPts val="0"/>
              </a:spcBef>
              <a:spcAft>
                <a:spcPts val="0"/>
              </a:spcAft>
              <a:buClr>
                <a:schemeClr val="dk1"/>
              </a:buClr>
              <a:buSzPts val="1800"/>
              <a:buNone/>
              <a:defRPr/>
            </a:lvl4pPr>
            <a:lvl5pPr lvl="4" algn="l">
              <a:lnSpc>
                <a:spcPct val="100000"/>
              </a:lnSpc>
              <a:spcBef>
                <a:spcPts val="0"/>
              </a:spcBef>
              <a:spcAft>
                <a:spcPts val="0"/>
              </a:spcAft>
              <a:buClr>
                <a:schemeClr val="dk1"/>
              </a:buClr>
              <a:buSzPts val="1800"/>
              <a:buNone/>
              <a:defRPr/>
            </a:lvl5pPr>
            <a:lvl6pPr lvl="5" algn="l">
              <a:lnSpc>
                <a:spcPct val="100000"/>
              </a:lnSpc>
              <a:spcBef>
                <a:spcPts val="0"/>
              </a:spcBef>
              <a:spcAft>
                <a:spcPts val="0"/>
              </a:spcAft>
              <a:buClr>
                <a:schemeClr val="dk1"/>
              </a:buClr>
              <a:buSzPts val="1800"/>
              <a:buNone/>
              <a:defRPr/>
            </a:lvl6pPr>
            <a:lvl7pPr lvl="6" algn="l">
              <a:lnSpc>
                <a:spcPct val="100000"/>
              </a:lnSpc>
              <a:spcBef>
                <a:spcPts val="0"/>
              </a:spcBef>
              <a:spcAft>
                <a:spcPts val="0"/>
              </a:spcAft>
              <a:buClr>
                <a:schemeClr val="dk1"/>
              </a:buClr>
              <a:buSzPts val="1800"/>
              <a:buNone/>
              <a:defRPr/>
            </a:lvl7pPr>
            <a:lvl8pPr lvl="7" algn="l">
              <a:lnSpc>
                <a:spcPct val="100000"/>
              </a:lnSpc>
              <a:spcBef>
                <a:spcPts val="0"/>
              </a:spcBef>
              <a:spcAft>
                <a:spcPts val="0"/>
              </a:spcAft>
              <a:buClr>
                <a:schemeClr val="dk1"/>
              </a:buClr>
              <a:buSzPts val="1800"/>
              <a:buNone/>
              <a:defRPr/>
            </a:lvl8pPr>
            <a:lvl9pPr lvl="8" algn="l">
              <a:lnSpc>
                <a:spcPct val="100000"/>
              </a:lnSpc>
              <a:spcBef>
                <a:spcPts val="0"/>
              </a:spcBef>
              <a:spcAft>
                <a:spcPts val="0"/>
              </a:spcAft>
              <a:buClr>
                <a:schemeClr val="dk1"/>
              </a:buClr>
              <a:buSzPts val="1800"/>
              <a:buNone/>
              <a:defRPr/>
            </a:lvl9pPr>
          </a:lstStyle>
          <a:p>
            <a:endParaRPr/>
          </a:p>
        </p:txBody>
      </p:sp>
      <p:sp>
        <p:nvSpPr>
          <p:cNvPr id="18" name="Google Shape;18;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lnSpc>
                <a:spcPct val="100000"/>
              </a:lnSpc>
              <a:spcBef>
                <a:spcPts val="0"/>
              </a:spcBef>
              <a:spcAft>
                <a:spcPts val="0"/>
              </a:spcAft>
              <a:buClr>
                <a:srgbClr val="898989"/>
              </a:buClr>
              <a:buSzPts val="1200"/>
              <a:buFont typeface="Calibri" panose="020F0502020204030204"/>
              <a:buNone/>
              <a:defRPr>
                <a:latin typeface="Calibri" panose="020F0502020204030204"/>
                <a:ea typeface="Calibri" panose="020F0502020204030204"/>
                <a:cs typeface="Calibri" panose="020F0502020204030204"/>
                <a:sym typeface="Calibri" panose="020F0502020204030204"/>
              </a:defRPr>
            </a:lvl1pPr>
            <a:lvl2pPr marL="0" lvl="1" indent="0" algn="r">
              <a:lnSpc>
                <a:spcPct val="100000"/>
              </a:lnSpc>
              <a:spcBef>
                <a:spcPts val="0"/>
              </a:spcBef>
              <a:spcAft>
                <a:spcPts val="0"/>
              </a:spcAft>
              <a:buClr>
                <a:srgbClr val="898989"/>
              </a:buClr>
              <a:buSzPts val="1200"/>
              <a:buFont typeface="Calibri" panose="020F0502020204030204"/>
              <a:buNone/>
              <a:defRPr>
                <a:latin typeface="Calibri" panose="020F0502020204030204"/>
                <a:ea typeface="Calibri" panose="020F0502020204030204"/>
                <a:cs typeface="Calibri" panose="020F0502020204030204"/>
                <a:sym typeface="Calibri" panose="020F0502020204030204"/>
              </a:defRPr>
            </a:lvl2pPr>
            <a:lvl3pPr marL="0" lvl="2" indent="0" algn="r">
              <a:lnSpc>
                <a:spcPct val="100000"/>
              </a:lnSpc>
              <a:spcBef>
                <a:spcPts val="0"/>
              </a:spcBef>
              <a:spcAft>
                <a:spcPts val="0"/>
              </a:spcAft>
              <a:buClr>
                <a:srgbClr val="898989"/>
              </a:buClr>
              <a:buSzPts val="1200"/>
              <a:buFont typeface="Calibri" panose="020F0502020204030204"/>
              <a:buNone/>
              <a:defRPr>
                <a:latin typeface="Calibri" panose="020F0502020204030204"/>
                <a:ea typeface="Calibri" panose="020F0502020204030204"/>
                <a:cs typeface="Calibri" panose="020F0502020204030204"/>
                <a:sym typeface="Calibri" panose="020F0502020204030204"/>
              </a:defRPr>
            </a:lvl3pPr>
            <a:lvl4pPr marL="0" lvl="3" indent="0" algn="r">
              <a:lnSpc>
                <a:spcPct val="100000"/>
              </a:lnSpc>
              <a:spcBef>
                <a:spcPts val="0"/>
              </a:spcBef>
              <a:spcAft>
                <a:spcPts val="0"/>
              </a:spcAft>
              <a:buClr>
                <a:srgbClr val="898989"/>
              </a:buClr>
              <a:buSzPts val="1200"/>
              <a:buFont typeface="Calibri" panose="020F0502020204030204"/>
              <a:buNone/>
              <a:defRPr>
                <a:latin typeface="Calibri" panose="020F0502020204030204"/>
                <a:ea typeface="Calibri" panose="020F0502020204030204"/>
                <a:cs typeface="Calibri" panose="020F0502020204030204"/>
                <a:sym typeface="Calibri" panose="020F0502020204030204"/>
              </a:defRPr>
            </a:lvl4pPr>
            <a:lvl5pPr marL="0" lvl="4" indent="0" algn="r">
              <a:lnSpc>
                <a:spcPct val="100000"/>
              </a:lnSpc>
              <a:spcBef>
                <a:spcPts val="0"/>
              </a:spcBef>
              <a:spcAft>
                <a:spcPts val="0"/>
              </a:spcAft>
              <a:buClr>
                <a:srgbClr val="898989"/>
              </a:buClr>
              <a:buSzPts val="1200"/>
              <a:buFont typeface="Calibri" panose="020F0502020204030204"/>
              <a:buNone/>
              <a:defRPr>
                <a:latin typeface="Calibri" panose="020F0502020204030204"/>
                <a:ea typeface="Calibri" panose="020F0502020204030204"/>
                <a:cs typeface="Calibri" panose="020F0502020204030204"/>
                <a:sym typeface="Calibri" panose="020F0502020204030204"/>
              </a:defRPr>
            </a:lvl5pPr>
            <a:lvl6pPr marL="0" lvl="5" indent="0" algn="r">
              <a:lnSpc>
                <a:spcPct val="100000"/>
              </a:lnSpc>
              <a:spcBef>
                <a:spcPts val="0"/>
              </a:spcBef>
              <a:spcAft>
                <a:spcPts val="0"/>
              </a:spcAft>
              <a:buClr>
                <a:srgbClr val="898989"/>
              </a:buClr>
              <a:buSzPts val="1200"/>
              <a:buFont typeface="Calibri" panose="020F0502020204030204"/>
              <a:buNone/>
              <a:defRPr>
                <a:latin typeface="Calibri" panose="020F0502020204030204"/>
                <a:ea typeface="Calibri" panose="020F0502020204030204"/>
                <a:cs typeface="Calibri" panose="020F0502020204030204"/>
                <a:sym typeface="Calibri" panose="020F0502020204030204"/>
              </a:defRPr>
            </a:lvl6pPr>
            <a:lvl7pPr marL="0" lvl="6" indent="0" algn="r">
              <a:lnSpc>
                <a:spcPct val="100000"/>
              </a:lnSpc>
              <a:spcBef>
                <a:spcPts val="0"/>
              </a:spcBef>
              <a:spcAft>
                <a:spcPts val="0"/>
              </a:spcAft>
              <a:buClr>
                <a:srgbClr val="898989"/>
              </a:buClr>
              <a:buSzPts val="1200"/>
              <a:buFont typeface="Calibri" panose="020F0502020204030204"/>
              <a:buNone/>
              <a:defRPr>
                <a:latin typeface="Calibri" panose="020F0502020204030204"/>
                <a:ea typeface="Calibri" panose="020F0502020204030204"/>
                <a:cs typeface="Calibri" panose="020F0502020204030204"/>
                <a:sym typeface="Calibri" panose="020F0502020204030204"/>
              </a:defRPr>
            </a:lvl7pPr>
            <a:lvl8pPr marL="0" lvl="7" indent="0" algn="r">
              <a:lnSpc>
                <a:spcPct val="100000"/>
              </a:lnSpc>
              <a:spcBef>
                <a:spcPts val="0"/>
              </a:spcBef>
              <a:spcAft>
                <a:spcPts val="0"/>
              </a:spcAft>
              <a:buClr>
                <a:srgbClr val="898989"/>
              </a:buClr>
              <a:buSzPts val="1200"/>
              <a:buFont typeface="Calibri" panose="020F0502020204030204"/>
              <a:buNone/>
              <a:defRPr>
                <a:latin typeface="Calibri" panose="020F0502020204030204"/>
                <a:ea typeface="Calibri" panose="020F0502020204030204"/>
                <a:cs typeface="Calibri" panose="020F0502020204030204"/>
                <a:sym typeface="Calibri" panose="020F0502020204030204"/>
              </a:defRPr>
            </a:lvl8pPr>
            <a:lvl9pPr marL="0" lvl="8" indent="0" algn="r">
              <a:lnSpc>
                <a:spcPct val="100000"/>
              </a:lnSpc>
              <a:spcBef>
                <a:spcPts val="0"/>
              </a:spcBef>
              <a:spcAft>
                <a:spcPts val="0"/>
              </a:spcAft>
              <a:buClr>
                <a:srgbClr val="898989"/>
              </a:buClr>
              <a:buSzPts val="1200"/>
              <a:buFont typeface="Calibri" panose="020F0502020204030204"/>
              <a:buNone/>
              <a:defRPr>
                <a:latin typeface="Calibri" panose="020F0502020204030204"/>
                <a:ea typeface="Calibri" panose="020F0502020204030204"/>
                <a:cs typeface="Calibri" panose="020F0502020204030204"/>
                <a:sym typeface="Calibri" panose="020F0502020204030204"/>
              </a:defRPr>
            </a:lvl9pPr>
          </a:lstStyle>
          <a:p>
            <a:pPr marL="0" lvl="0" indent="0" algn="r" rtl="0">
              <a:spcBef>
                <a:spcPts val="0"/>
              </a:spcBef>
              <a:spcAft>
                <a:spcPts val="0"/>
              </a:spcAft>
              <a:buNone/>
            </a:pPr>
            <a:fld id="{00000000-1234-1234-1234-123412341234}" type="slidenum">
              <a:rPr lang="en-US"/>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9"/>
        <p:cNvGrpSpPr/>
        <p:nvPr/>
      </p:nvGrpSpPr>
      <p:grpSpPr>
        <a:xfrm>
          <a:off x="0" y="0"/>
          <a:ext cx="0" cy="0"/>
          <a:chOff x="0" y="0"/>
          <a:chExt cx="0" cy="0"/>
        </a:xfrm>
      </p:grpSpPr>
      <p:sp>
        <p:nvSpPr>
          <p:cNvPr id="20" name="Google Shape;20;p22"/>
          <p:cNvSpPr txBox="1">
            <a:spLocks noGrp="1"/>
          </p:cNvSpPr>
          <p:nvPr>
            <p:ph type="ctrTitle"/>
          </p:nvPr>
        </p:nvSpPr>
        <p:spPr>
          <a:xfrm>
            <a:off x="1524000" y="1122363"/>
            <a:ext cx="9144000" cy="2387600"/>
          </a:xfrm>
          <a:prstGeom prst="rect">
            <a:avLst/>
          </a:prstGeom>
          <a:noFill/>
          <a:ln>
            <a:noFill/>
          </a:ln>
        </p:spPr>
        <p:txBody>
          <a:bodyPr spcFirstLastPara="1" wrap="square" lIns="91425" tIns="45700" rIns="91425" bIns="45700" anchor="b" anchorCtr="0">
            <a:noAutofit/>
          </a:bodyPr>
          <a:lstStyle>
            <a:lvl1pPr lvl="0" algn="ctr">
              <a:lnSpc>
                <a:spcPct val="90000"/>
              </a:lnSpc>
              <a:spcBef>
                <a:spcPts val="0"/>
              </a:spcBef>
              <a:spcAft>
                <a:spcPts val="0"/>
              </a:spcAft>
              <a:buSzPts val="1400"/>
              <a:buNone/>
              <a:defRPr sz="6000"/>
            </a:lvl1pPr>
            <a:lvl2pPr lvl="1" algn="l">
              <a:lnSpc>
                <a:spcPct val="90000"/>
              </a:lnSpc>
              <a:spcBef>
                <a:spcPts val="0"/>
              </a:spcBef>
              <a:spcAft>
                <a:spcPts val="0"/>
              </a:spcAft>
              <a:buSzPts val="1400"/>
              <a:buNone/>
              <a:defRPr/>
            </a:lvl2pPr>
            <a:lvl3pPr lvl="2" algn="l">
              <a:lnSpc>
                <a:spcPct val="90000"/>
              </a:lnSpc>
              <a:spcBef>
                <a:spcPts val="0"/>
              </a:spcBef>
              <a:spcAft>
                <a:spcPts val="0"/>
              </a:spcAft>
              <a:buSzPts val="1400"/>
              <a:buNone/>
              <a:defRPr/>
            </a:lvl3pPr>
            <a:lvl4pPr lvl="3" algn="l">
              <a:lnSpc>
                <a:spcPct val="90000"/>
              </a:lnSpc>
              <a:spcBef>
                <a:spcPts val="0"/>
              </a:spcBef>
              <a:spcAft>
                <a:spcPts val="0"/>
              </a:spcAft>
              <a:buSzPts val="1400"/>
              <a:buNone/>
              <a:defRPr/>
            </a:lvl4pPr>
            <a:lvl5pPr lvl="4" algn="l">
              <a:lnSpc>
                <a:spcPct val="90000"/>
              </a:lnSpc>
              <a:spcBef>
                <a:spcPts val="0"/>
              </a:spcBef>
              <a:spcAft>
                <a:spcPts val="0"/>
              </a:spcAft>
              <a:buSzPts val="1400"/>
              <a:buNone/>
              <a:defRPr/>
            </a:lvl5pPr>
            <a:lvl6pPr lvl="5" algn="l">
              <a:lnSpc>
                <a:spcPct val="90000"/>
              </a:lnSpc>
              <a:spcBef>
                <a:spcPts val="0"/>
              </a:spcBef>
              <a:spcAft>
                <a:spcPts val="0"/>
              </a:spcAft>
              <a:buSzPts val="1400"/>
              <a:buNone/>
              <a:defRPr/>
            </a:lvl6pPr>
            <a:lvl7pPr lvl="6" algn="l">
              <a:lnSpc>
                <a:spcPct val="90000"/>
              </a:lnSpc>
              <a:spcBef>
                <a:spcPts val="0"/>
              </a:spcBef>
              <a:spcAft>
                <a:spcPts val="0"/>
              </a:spcAft>
              <a:buSzPts val="1400"/>
              <a:buNone/>
              <a:defRPr/>
            </a:lvl7pPr>
            <a:lvl8pPr lvl="7" algn="l">
              <a:lnSpc>
                <a:spcPct val="90000"/>
              </a:lnSpc>
              <a:spcBef>
                <a:spcPts val="0"/>
              </a:spcBef>
              <a:spcAft>
                <a:spcPts val="0"/>
              </a:spcAft>
              <a:buSzPts val="1400"/>
              <a:buNone/>
              <a:defRPr/>
            </a:lvl8pPr>
            <a:lvl9pPr lvl="8" algn="l">
              <a:lnSpc>
                <a:spcPct val="90000"/>
              </a:lnSpc>
              <a:spcBef>
                <a:spcPts val="0"/>
              </a:spcBef>
              <a:spcAft>
                <a:spcPts val="0"/>
              </a:spcAft>
              <a:buSzPts val="1400"/>
              <a:buNone/>
              <a:defRPr/>
            </a:lvl9pPr>
          </a:lstStyle>
          <a:p>
            <a:endParaRPr/>
          </a:p>
        </p:txBody>
      </p:sp>
      <p:sp>
        <p:nvSpPr>
          <p:cNvPr id="21" name="Google Shape;21;p22"/>
          <p:cNvSpPr txBox="1">
            <a:spLocks noGrp="1"/>
          </p:cNvSpPr>
          <p:nvPr>
            <p:ph type="subTitle" idx="1"/>
          </p:nvPr>
        </p:nvSpPr>
        <p:spPr>
          <a:xfrm>
            <a:off x="1524000" y="3602038"/>
            <a:ext cx="9144000" cy="1655762"/>
          </a:xfrm>
          <a:prstGeom prst="rect">
            <a:avLst/>
          </a:prstGeom>
          <a:noFill/>
          <a:ln>
            <a:noFill/>
          </a:ln>
        </p:spPr>
        <p:txBody>
          <a:bodyPr spcFirstLastPara="1" wrap="square" lIns="91425" tIns="45700" rIns="91425" bIns="45700" anchor="t" anchorCtr="0">
            <a:noAutofit/>
          </a:bodyPr>
          <a:lstStyle>
            <a:lvl1pPr lvl="0" algn="ctr">
              <a:lnSpc>
                <a:spcPct val="90000"/>
              </a:lnSpc>
              <a:spcBef>
                <a:spcPts val="1000"/>
              </a:spcBef>
              <a:spcAft>
                <a:spcPts val="0"/>
              </a:spcAft>
              <a:buClr>
                <a:schemeClr val="dk1"/>
              </a:buClr>
              <a:buSzPts val="2400"/>
              <a:buNone/>
              <a:defRPr sz="2400"/>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a:endParaRPr/>
          </a:p>
        </p:txBody>
      </p:sp>
      <p:sp>
        <p:nvSpPr>
          <p:cNvPr id="22" name="Google Shape;22;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Clr>
                <a:srgbClr val="888888"/>
              </a:buClr>
              <a:buSzPts val="1800"/>
              <a:buNone/>
              <a:defRPr/>
            </a:lvl1pPr>
            <a:lvl2pPr lvl="1" algn="l">
              <a:lnSpc>
                <a:spcPct val="100000"/>
              </a:lnSpc>
              <a:spcBef>
                <a:spcPts val="0"/>
              </a:spcBef>
              <a:spcAft>
                <a:spcPts val="0"/>
              </a:spcAft>
              <a:buClr>
                <a:schemeClr val="dk1"/>
              </a:buClr>
              <a:buSzPts val="1800"/>
              <a:buNone/>
              <a:defRPr/>
            </a:lvl2pPr>
            <a:lvl3pPr lvl="2" algn="l">
              <a:lnSpc>
                <a:spcPct val="100000"/>
              </a:lnSpc>
              <a:spcBef>
                <a:spcPts val="0"/>
              </a:spcBef>
              <a:spcAft>
                <a:spcPts val="0"/>
              </a:spcAft>
              <a:buClr>
                <a:schemeClr val="dk1"/>
              </a:buClr>
              <a:buSzPts val="1800"/>
              <a:buNone/>
              <a:defRPr/>
            </a:lvl3pPr>
            <a:lvl4pPr lvl="3" algn="l">
              <a:lnSpc>
                <a:spcPct val="100000"/>
              </a:lnSpc>
              <a:spcBef>
                <a:spcPts val="0"/>
              </a:spcBef>
              <a:spcAft>
                <a:spcPts val="0"/>
              </a:spcAft>
              <a:buClr>
                <a:schemeClr val="dk1"/>
              </a:buClr>
              <a:buSzPts val="1800"/>
              <a:buNone/>
              <a:defRPr/>
            </a:lvl4pPr>
            <a:lvl5pPr lvl="4" algn="l">
              <a:lnSpc>
                <a:spcPct val="100000"/>
              </a:lnSpc>
              <a:spcBef>
                <a:spcPts val="0"/>
              </a:spcBef>
              <a:spcAft>
                <a:spcPts val="0"/>
              </a:spcAft>
              <a:buClr>
                <a:schemeClr val="dk1"/>
              </a:buClr>
              <a:buSzPts val="1800"/>
              <a:buNone/>
              <a:defRPr/>
            </a:lvl5pPr>
            <a:lvl6pPr lvl="5" algn="l">
              <a:lnSpc>
                <a:spcPct val="100000"/>
              </a:lnSpc>
              <a:spcBef>
                <a:spcPts val="0"/>
              </a:spcBef>
              <a:spcAft>
                <a:spcPts val="0"/>
              </a:spcAft>
              <a:buClr>
                <a:schemeClr val="dk1"/>
              </a:buClr>
              <a:buSzPts val="1800"/>
              <a:buNone/>
              <a:defRPr/>
            </a:lvl6pPr>
            <a:lvl7pPr lvl="6" algn="l">
              <a:lnSpc>
                <a:spcPct val="100000"/>
              </a:lnSpc>
              <a:spcBef>
                <a:spcPts val="0"/>
              </a:spcBef>
              <a:spcAft>
                <a:spcPts val="0"/>
              </a:spcAft>
              <a:buClr>
                <a:schemeClr val="dk1"/>
              </a:buClr>
              <a:buSzPts val="1800"/>
              <a:buNone/>
              <a:defRPr/>
            </a:lvl7pPr>
            <a:lvl8pPr lvl="7" algn="l">
              <a:lnSpc>
                <a:spcPct val="100000"/>
              </a:lnSpc>
              <a:spcBef>
                <a:spcPts val="0"/>
              </a:spcBef>
              <a:spcAft>
                <a:spcPts val="0"/>
              </a:spcAft>
              <a:buClr>
                <a:schemeClr val="dk1"/>
              </a:buClr>
              <a:buSzPts val="1800"/>
              <a:buNone/>
              <a:defRPr/>
            </a:lvl8pPr>
            <a:lvl9pPr lvl="8" algn="l">
              <a:lnSpc>
                <a:spcPct val="100000"/>
              </a:lnSpc>
              <a:spcBef>
                <a:spcPts val="0"/>
              </a:spcBef>
              <a:spcAft>
                <a:spcPts val="0"/>
              </a:spcAft>
              <a:buClr>
                <a:schemeClr val="dk1"/>
              </a:buClr>
              <a:buSzPts val="1800"/>
              <a:buNone/>
              <a:defRPr/>
            </a:lvl9pPr>
          </a:lstStyle>
          <a:p>
            <a:endParaRPr/>
          </a:p>
        </p:txBody>
      </p:sp>
      <p:sp>
        <p:nvSpPr>
          <p:cNvPr id="23" name="Google Shape;23;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Clr>
                <a:srgbClr val="888888"/>
              </a:buClr>
              <a:buSzPts val="1800"/>
              <a:buNone/>
              <a:defRPr/>
            </a:lvl1pPr>
            <a:lvl2pPr lvl="1" algn="l">
              <a:lnSpc>
                <a:spcPct val="100000"/>
              </a:lnSpc>
              <a:spcBef>
                <a:spcPts val="0"/>
              </a:spcBef>
              <a:spcAft>
                <a:spcPts val="0"/>
              </a:spcAft>
              <a:buClr>
                <a:schemeClr val="dk1"/>
              </a:buClr>
              <a:buSzPts val="1800"/>
              <a:buNone/>
              <a:defRPr/>
            </a:lvl2pPr>
            <a:lvl3pPr lvl="2" algn="l">
              <a:lnSpc>
                <a:spcPct val="100000"/>
              </a:lnSpc>
              <a:spcBef>
                <a:spcPts val="0"/>
              </a:spcBef>
              <a:spcAft>
                <a:spcPts val="0"/>
              </a:spcAft>
              <a:buClr>
                <a:schemeClr val="dk1"/>
              </a:buClr>
              <a:buSzPts val="1800"/>
              <a:buNone/>
              <a:defRPr/>
            </a:lvl3pPr>
            <a:lvl4pPr lvl="3" algn="l">
              <a:lnSpc>
                <a:spcPct val="100000"/>
              </a:lnSpc>
              <a:spcBef>
                <a:spcPts val="0"/>
              </a:spcBef>
              <a:spcAft>
                <a:spcPts val="0"/>
              </a:spcAft>
              <a:buClr>
                <a:schemeClr val="dk1"/>
              </a:buClr>
              <a:buSzPts val="1800"/>
              <a:buNone/>
              <a:defRPr/>
            </a:lvl4pPr>
            <a:lvl5pPr lvl="4" algn="l">
              <a:lnSpc>
                <a:spcPct val="100000"/>
              </a:lnSpc>
              <a:spcBef>
                <a:spcPts val="0"/>
              </a:spcBef>
              <a:spcAft>
                <a:spcPts val="0"/>
              </a:spcAft>
              <a:buClr>
                <a:schemeClr val="dk1"/>
              </a:buClr>
              <a:buSzPts val="1800"/>
              <a:buNone/>
              <a:defRPr/>
            </a:lvl5pPr>
            <a:lvl6pPr lvl="5" algn="l">
              <a:lnSpc>
                <a:spcPct val="100000"/>
              </a:lnSpc>
              <a:spcBef>
                <a:spcPts val="0"/>
              </a:spcBef>
              <a:spcAft>
                <a:spcPts val="0"/>
              </a:spcAft>
              <a:buClr>
                <a:schemeClr val="dk1"/>
              </a:buClr>
              <a:buSzPts val="1800"/>
              <a:buNone/>
              <a:defRPr/>
            </a:lvl6pPr>
            <a:lvl7pPr lvl="6" algn="l">
              <a:lnSpc>
                <a:spcPct val="100000"/>
              </a:lnSpc>
              <a:spcBef>
                <a:spcPts val="0"/>
              </a:spcBef>
              <a:spcAft>
                <a:spcPts val="0"/>
              </a:spcAft>
              <a:buClr>
                <a:schemeClr val="dk1"/>
              </a:buClr>
              <a:buSzPts val="1800"/>
              <a:buNone/>
              <a:defRPr/>
            </a:lvl7pPr>
            <a:lvl8pPr lvl="7" algn="l">
              <a:lnSpc>
                <a:spcPct val="100000"/>
              </a:lnSpc>
              <a:spcBef>
                <a:spcPts val="0"/>
              </a:spcBef>
              <a:spcAft>
                <a:spcPts val="0"/>
              </a:spcAft>
              <a:buClr>
                <a:schemeClr val="dk1"/>
              </a:buClr>
              <a:buSzPts val="1800"/>
              <a:buNone/>
              <a:defRPr/>
            </a:lvl8pPr>
            <a:lvl9pPr lvl="8" algn="l">
              <a:lnSpc>
                <a:spcPct val="100000"/>
              </a:lnSpc>
              <a:spcBef>
                <a:spcPts val="0"/>
              </a:spcBef>
              <a:spcAft>
                <a:spcPts val="0"/>
              </a:spcAft>
              <a:buClr>
                <a:schemeClr val="dk1"/>
              </a:buClr>
              <a:buSzPts val="1800"/>
              <a:buNone/>
              <a:defRPr/>
            </a:lvl9pPr>
          </a:lstStyle>
          <a:p>
            <a:endParaRPr/>
          </a:p>
        </p:txBody>
      </p:sp>
      <p:sp>
        <p:nvSpPr>
          <p:cNvPr id="24" name="Google Shape;24;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lnSpc>
                <a:spcPct val="100000"/>
              </a:lnSpc>
              <a:spcBef>
                <a:spcPts val="0"/>
              </a:spcBef>
              <a:spcAft>
                <a:spcPts val="0"/>
              </a:spcAft>
              <a:buClr>
                <a:srgbClr val="898989"/>
              </a:buClr>
              <a:buSzPts val="1200"/>
              <a:buFont typeface="Calibri" panose="020F0502020204030204"/>
              <a:buNone/>
              <a:defRPr>
                <a:latin typeface="Calibri" panose="020F0502020204030204"/>
                <a:ea typeface="Calibri" panose="020F0502020204030204"/>
                <a:cs typeface="Calibri" panose="020F0502020204030204"/>
                <a:sym typeface="Calibri" panose="020F0502020204030204"/>
              </a:defRPr>
            </a:lvl1pPr>
            <a:lvl2pPr marL="0" lvl="1" indent="0" algn="r">
              <a:lnSpc>
                <a:spcPct val="100000"/>
              </a:lnSpc>
              <a:spcBef>
                <a:spcPts val="0"/>
              </a:spcBef>
              <a:spcAft>
                <a:spcPts val="0"/>
              </a:spcAft>
              <a:buClr>
                <a:srgbClr val="898989"/>
              </a:buClr>
              <a:buSzPts val="1200"/>
              <a:buFont typeface="Calibri" panose="020F0502020204030204"/>
              <a:buNone/>
              <a:defRPr>
                <a:latin typeface="Calibri" panose="020F0502020204030204"/>
                <a:ea typeface="Calibri" panose="020F0502020204030204"/>
                <a:cs typeface="Calibri" panose="020F0502020204030204"/>
                <a:sym typeface="Calibri" panose="020F0502020204030204"/>
              </a:defRPr>
            </a:lvl2pPr>
            <a:lvl3pPr marL="0" lvl="2" indent="0" algn="r">
              <a:lnSpc>
                <a:spcPct val="100000"/>
              </a:lnSpc>
              <a:spcBef>
                <a:spcPts val="0"/>
              </a:spcBef>
              <a:spcAft>
                <a:spcPts val="0"/>
              </a:spcAft>
              <a:buClr>
                <a:srgbClr val="898989"/>
              </a:buClr>
              <a:buSzPts val="1200"/>
              <a:buFont typeface="Calibri" panose="020F0502020204030204"/>
              <a:buNone/>
              <a:defRPr>
                <a:latin typeface="Calibri" panose="020F0502020204030204"/>
                <a:ea typeface="Calibri" panose="020F0502020204030204"/>
                <a:cs typeface="Calibri" panose="020F0502020204030204"/>
                <a:sym typeface="Calibri" panose="020F0502020204030204"/>
              </a:defRPr>
            </a:lvl3pPr>
            <a:lvl4pPr marL="0" lvl="3" indent="0" algn="r">
              <a:lnSpc>
                <a:spcPct val="100000"/>
              </a:lnSpc>
              <a:spcBef>
                <a:spcPts val="0"/>
              </a:spcBef>
              <a:spcAft>
                <a:spcPts val="0"/>
              </a:spcAft>
              <a:buClr>
                <a:srgbClr val="898989"/>
              </a:buClr>
              <a:buSzPts val="1200"/>
              <a:buFont typeface="Calibri" panose="020F0502020204030204"/>
              <a:buNone/>
              <a:defRPr>
                <a:latin typeface="Calibri" panose="020F0502020204030204"/>
                <a:ea typeface="Calibri" panose="020F0502020204030204"/>
                <a:cs typeface="Calibri" panose="020F0502020204030204"/>
                <a:sym typeface="Calibri" panose="020F0502020204030204"/>
              </a:defRPr>
            </a:lvl4pPr>
            <a:lvl5pPr marL="0" lvl="4" indent="0" algn="r">
              <a:lnSpc>
                <a:spcPct val="100000"/>
              </a:lnSpc>
              <a:spcBef>
                <a:spcPts val="0"/>
              </a:spcBef>
              <a:spcAft>
                <a:spcPts val="0"/>
              </a:spcAft>
              <a:buClr>
                <a:srgbClr val="898989"/>
              </a:buClr>
              <a:buSzPts val="1200"/>
              <a:buFont typeface="Calibri" panose="020F0502020204030204"/>
              <a:buNone/>
              <a:defRPr>
                <a:latin typeface="Calibri" panose="020F0502020204030204"/>
                <a:ea typeface="Calibri" panose="020F0502020204030204"/>
                <a:cs typeface="Calibri" panose="020F0502020204030204"/>
                <a:sym typeface="Calibri" panose="020F0502020204030204"/>
              </a:defRPr>
            </a:lvl5pPr>
            <a:lvl6pPr marL="0" lvl="5" indent="0" algn="r">
              <a:lnSpc>
                <a:spcPct val="100000"/>
              </a:lnSpc>
              <a:spcBef>
                <a:spcPts val="0"/>
              </a:spcBef>
              <a:spcAft>
                <a:spcPts val="0"/>
              </a:spcAft>
              <a:buClr>
                <a:srgbClr val="898989"/>
              </a:buClr>
              <a:buSzPts val="1200"/>
              <a:buFont typeface="Calibri" panose="020F0502020204030204"/>
              <a:buNone/>
              <a:defRPr>
                <a:latin typeface="Calibri" panose="020F0502020204030204"/>
                <a:ea typeface="Calibri" panose="020F0502020204030204"/>
                <a:cs typeface="Calibri" panose="020F0502020204030204"/>
                <a:sym typeface="Calibri" panose="020F0502020204030204"/>
              </a:defRPr>
            </a:lvl6pPr>
            <a:lvl7pPr marL="0" lvl="6" indent="0" algn="r">
              <a:lnSpc>
                <a:spcPct val="100000"/>
              </a:lnSpc>
              <a:spcBef>
                <a:spcPts val="0"/>
              </a:spcBef>
              <a:spcAft>
                <a:spcPts val="0"/>
              </a:spcAft>
              <a:buClr>
                <a:srgbClr val="898989"/>
              </a:buClr>
              <a:buSzPts val="1200"/>
              <a:buFont typeface="Calibri" panose="020F0502020204030204"/>
              <a:buNone/>
              <a:defRPr>
                <a:latin typeface="Calibri" panose="020F0502020204030204"/>
                <a:ea typeface="Calibri" panose="020F0502020204030204"/>
                <a:cs typeface="Calibri" panose="020F0502020204030204"/>
                <a:sym typeface="Calibri" panose="020F0502020204030204"/>
              </a:defRPr>
            </a:lvl7pPr>
            <a:lvl8pPr marL="0" lvl="7" indent="0" algn="r">
              <a:lnSpc>
                <a:spcPct val="100000"/>
              </a:lnSpc>
              <a:spcBef>
                <a:spcPts val="0"/>
              </a:spcBef>
              <a:spcAft>
                <a:spcPts val="0"/>
              </a:spcAft>
              <a:buClr>
                <a:srgbClr val="898989"/>
              </a:buClr>
              <a:buSzPts val="1200"/>
              <a:buFont typeface="Calibri" panose="020F0502020204030204"/>
              <a:buNone/>
              <a:defRPr>
                <a:latin typeface="Calibri" panose="020F0502020204030204"/>
                <a:ea typeface="Calibri" panose="020F0502020204030204"/>
                <a:cs typeface="Calibri" panose="020F0502020204030204"/>
                <a:sym typeface="Calibri" panose="020F0502020204030204"/>
              </a:defRPr>
            </a:lvl8pPr>
            <a:lvl9pPr marL="0" lvl="8" indent="0" algn="r">
              <a:lnSpc>
                <a:spcPct val="100000"/>
              </a:lnSpc>
              <a:spcBef>
                <a:spcPts val="0"/>
              </a:spcBef>
              <a:spcAft>
                <a:spcPts val="0"/>
              </a:spcAft>
              <a:buClr>
                <a:srgbClr val="898989"/>
              </a:buClr>
              <a:buSzPts val="1200"/>
              <a:buFont typeface="Calibri" panose="020F0502020204030204"/>
              <a:buNone/>
              <a:defRPr>
                <a:latin typeface="Calibri" panose="020F0502020204030204"/>
                <a:ea typeface="Calibri" panose="020F0502020204030204"/>
                <a:cs typeface="Calibri" panose="020F0502020204030204"/>
                <a:sym typeface="Calibri" panose="020F0502020204030204"/>
              </a:defRPr>
            </a:lvl9pPr>
          </a:lstStyle>
          <a:p>
            <a:pPr marL="0" lvl="0" indent="0" algn="r" rtl="0">
              <a:spcBef>
                <a:spcPts val="0"/>
              </a:spcBef>
              <a:spcAft>
                <a:spcPts val="0"/>
              </a:spcAft>
              <a:buNone/>
            </a:pPr>
            <a:fld id="{00000000-1234-1234-1234-123412341234}" type="slidenum">
              <a:rPr lang="en-US"/>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SzPts val="1400"/>
              <a:buNone/>
              <a:defRPr sz="44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1pPr>
            <a:lvl2pPr marR="0" lvl="1" algn="l" rtl="0">
              <a:lnSpc>
                <a:spcPct val="90000"/>
              </a:lnSpc>
              <a:spcBef>
                <a:spcPts val="0"/>
              </a:spcBef>
              <a:spcAft>
                <a:spcPts val="0"/>
              </a:spcAft>
              <a:buSzPts val="1400"/>
              <a:buNone/>
              <a:defRPr sz="44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lnSpc>
                <a:spcPct val="90000"/>
              </a:lnSpc>
              <a:spcBef>
                <a:spcPts val="0"/>
              </a:spcBef>
              <a:spcAft>
                <a:spcPts val="0"/>
              </a:spcAft>
              <a:buSzPts val="1400"/>
              <a:buNone/>
              <a:defRPr sz="44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lnSpc>
                <a:spcPct val="90000"/>
              </a:lnSpc>
              <a:spcBef>
                <a:spcPts val="0"/>
              </a:spcBef>
              <a:spcAft>
                <a:spcPts val="0"/>
              </a:spcAft>
              <a:buSzPts val="1400"/>
              <a:buNone/>
              <a:defRPr sz="44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lnSpc>
                <a:spcPct val="90000"/>
              </a:lnSpc>
              <a:spcBef>
                <a:spcPts val="0"/>
              </a:spcBef>
              <a:spcAft>
                <a:spcPts val="0"/>
              </a:spcAft>
              <a:buSzPts val="1400"/>
              <a:buNone/>
              <a:defRPr sz="44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lnSpc>
                <a:spcPct val="90000"/>
              </a:lnSpc>
              <a:spcBef>
                <a:spcPts val="0"/>
              </a:spcBef>
              <a:spcAft>
                <a:spcPts val="0"/>
              </a:spcAft>
              <a:buSzPts val="1400"/>
              <a:buNone/>
              <a:defRPr sz="44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lnSpc>
                <a:spcPct val="90000"/>
              </a:lnSpc>
              <a:spcBef>
                <a:spcPts val="0"/>
              </a:spcBef>
              <a:spcAft>
                <a:spcPts val="0"/>
              </a:spcAft>
              <a:buSzPts val="1400"/>
              <a:buNone/>
              <a:defRPr sz="44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lnSpc>
                <a:spcPct val="90000"/>
              </a:lnSpc>
              <a:spcBef>
                <a:spcPts val="0"/>
              </a:spcBef>
              <a:spcAft>
                <a:spcPts val="0"/>
              </a:spcAft>
              <a:buSzPts val="1400"/>
              <a:buNone/>
              <a:defRPr sz="44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lnSpc>
                <a:spcPct val="90000"/>
              </a:lnSpc>
              <a:spcBef>
                <a:spcPts val="0"/>
              </a:spcBef>
              <a:spcAft>
                <a:spcPts val="0"/>
              </a:spcAft>
              <a:buSzPts val="1400"/>
              <a:buNone/>
              <a:defRPr sz="44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a:endParaRPr/>
          </a:p>
        </p:txBody>
      </p:sp>
      <p:sp>
        <p:nvSpPr>
          <p:cNvPr id="11" name="Google Shape;11;p20"/>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Autofit/>
          </a:bodyPr>
          <a:lstStyle>
            <a:lvl1pPr marL="457200" marR="0" lvl="0" indent="-406400" algn="l" rtl="0">
              <a:lnSpc>
                <a:spcPct val="90000"/>
              </a:lnSpc>
              <a:spcBef>
                <a:spcPts val="1000"/>
              </a:spcBef>
              <a:spcAft>
                <a:spcPts val="0"/>
              </a:spcAft>
              <a:buClr>
                <a:schemeClr val="dk1"/>
              </a:buClr>
              <a:buSzPts val="2800"/>
              <a:buFont typeface="Arial" panose="020B0604020202020204"/>
              <a:buChar char="•"/>
              <a:defRPr sz="2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1pPr>
            <a:lvl2pPr marL="914400" marR="0" lvl="1" indent="-381000" algn="l" rtl="0">
              <a:lnSpc>
                <a:spcPct val="90000"/>
              </a:lnSpc>
              <a:spcBef>
                <a:spcPts val="500"/>
              </a:spcBef>
              <a:spcAft>
                <a:spcPts val="0"/>
              </a:spcAft>
              <a:buClr>
                <a:schemeClr val="dk1"/>
              </a:buClr>
              <a:buSzPts val="2400"/>
              <a:buFont typeface="Arial" panose="020B0604020202020204"/>
              <a:buChar char="•"/>
              <a:defRPr sz="24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L="1371600" marR="0" lvl="2" indent="-355600" algn="l" rtl="0">
              <a:lnSpc>
                <a:spcPct val="90000"/>
              </a:lnSpc>
              <a:spcBef>
                <a:spcPts val="500"/>
              </a:spcBef>
              <a:spcAft>
                <a:spcPts val="0"/>
              </a:spcAft>
              <a:buClr>
                <a:schemeClr val="dk1"/>
              </a:buClr>
              <a:buSzPts val="2000"/>
              <a:buFont typeface="Arial" panose="020B0604020202020204"/>
              <a:buChar char="•"/>
              <a:defRPr sz="20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L="1828800" marR="0" lvl="3"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L="2286000" marR="0" lvl="4"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L="2743200" marR="0" lvl="5"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L="3200400" marR="0" lvl="6"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L="3657600" marR="0" lvl="7"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L="4114800" marR="0" lvl="8"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a:endParaRPr/>
          </a:p>
        </p:txBody>
      </p:sp>
      <p:sp>
        <p:nvSpPr>
          <p:cNvPr id="12" name="Google Shape;12;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888888"/>
              </a:buClr>
              <a:buSzPts val="1200"/>
              <a:buFont typeface="Calibri" panose="020F050202020403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1pPr>
            <a:lvl2pPr marR="0" lvl="1" algn="l" rtl="0">
              <a:lnSpc>
                <a:spcPct val="100000"/>
              </a:lnSpc>
              <a:spcBef>
                <a:spcPts val="0"/>
              </a:spcBef>
              <a:spcAft>
                <a:spcPts val="0"/>
              </a:spcAft>
              <a:buClr>
                <a:schemeClr val="dk1"/>
              </a:buClr>
              <a:buSzPts val="1800"/>
              <a:buFont typeface="Calibri" panose="020F050202020403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lnSpc>
                <a:spcPct val="100000"/>
              </a:lnSpc>
              <a:spcBef>
                <a:spcPts val="0"/>
              </a:spcBef>
              <a:spcAft>
                <a:spcPts val="0"/>
              </a:spcAft>
              <a:buClr>
                <a:schemeClr val="dk1"/>
              </a:buClr>
              <a:buSzPts val="1800"/>
              <a:buFont typeface="Calibri" panose="020F050202020403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lnSpc>
                <a:spcPct val="100000"/>
              </a:lnSpc>
              <a:spcBef>
                <a:spcPts val="0"/>
              </a:spcBef>
              <a:spcAft>
                <a:spcPts val="0"/>
              </a:spcAft>
              <a:buClr>
                <a:schemeClr val="dk1"/>
              </a:buClr>
              <a:buSzPts val="1800"/>
              <a:buFont typeface="Calibri" panose="020F050202020403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lnSpc>
                <a:spcPct val="100000"/>
              </a:lnSpc>
              <a:spcBef>
                <a:spcPts val="0"/>
              </a:spcBef>
              <a:spcAft>
                <a:spcPts val="0"/>
              </a:spcAft>
              <a:buClr>
                <a:schemeClr val="dk1"/>
              </a:buClr>
              <a:buSzPts val="1800"/>
              <a:buFont typeface="Calibri" panose="020F050202020403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lnSpc>
                <a:spcPct val="100000"/>
              </a:lnSpc>
              <a:spcBef>
                <a:spcPts val="0"/>
              </a:spcBef>
              <a:spcAft>
                <a:spcPts val="0"/>
              </a:spcAft>
              <a:buClr>
                <a:schemeClr val="dk1"/>
              </a:buClr>
              <a:buSzPts val="1800"/>
              <a:buFont typeface="Calibri" panose="020F050202020403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lnSpc>
                <a:spcPct val="100000"/>
              </a:lnSpc>
              <a:spcBef>
                <a:spcPts val="0"/>
              </a:spcBef>
              <a:spcAft>
                <a:spcPts val="0"/>
              </a:spcAft>
              <a:buClr>
                <a:schemeClr val="dk1"/>
              </a:buClr>
              <a:buSzPts val="1800"/>
              <a:buFont typeface="Calibri" panose="020F050202020403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lnSpc>
                <a:spcPct val="100000"/>
              </a:lnSpc>
              <a:spcBef>
                <a:spcPts val="0"/>
              </a:spcBef>
              <a:spcAft>
                <a:spcPts val="0"/>
              </a:spcAft>
              <a:buClr>
                <a:schemeClr val="dk1"/>
              </a:buClr>
              <a:buSzPts val="1800"/>
              <a:buFont typeface="Calibri" panose="020F050202020403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lnSpc>
                <a:spcPct val="100000"/>
              </a:lnSpc>
              <a:spcBef>
                <a:spcPts val="0"/>
              </a:spcBef>
              <a:spcAft>
                <a:spcPts val="0"/>
              </a:spcAft>
              <a:buClr>
                <a:schemeClr val="dk1"/>
              </a:buClr>
              <a:buSzPts val="1800"/>
              <a:buFont typeface="Calibri" panose="020F050202020403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a:endParaRPr/>
          </a:p>
        </p:txBody>
      </p:sp>
      <p:sp>
        <p:nvSpPr>
          <p:cNvPr id="13" name="Google Shape;13;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888888"/>
              </a:buClr>
              <a:buSzPts val="1200"/>
              <a:buFont typeface="Calibri" panose="020F050202020403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1pPr>
            <a:lvl2pPr marR="0" lvl="1" algn="l" rtl="0">
              <a:lnSpc>
                <a:spcPct val="100000"/>
              </a:lnSpc>
              <a:spcBef>
                <a:spcPts val="0"/>
              </a:spcBef>
              <a:spcAft>
                <a:spcPts val="0"/>
              </a:spcAft>
              <a:buClr>
                <a:schemeClr val="dk1"/>
              </a:buClr>
              <a:buSzPts val="1800"/>
              <a:buFont typeface="Calibri" panose="020F050202020403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lnSpc>
                <a:spcPct val="100000"/>
              </a:lnSpc>
              <a:spcBef>
                <a:spcPts val="0"/>
              </a:spcBef>
              <a:spcAft>
                <a:spcPts val="0"/>
              </a:spcAft>
              <a:buClr>
                <a:schemeClr val="dk1"/>
              </a:buClr>
              <a:buSzPts val="1800"/>
              <a:buFont typeface="Calibri" panose="020F050202020403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lnSpc>
                <a:spcPct val="100000"/>
              </a:lnSpc>
              <a:spcBef>
                <a:spcPts val="0"/>
              </a:spcBef>
              <a:spcAft>
                <a:spcPts val="0"/>
              </a:spcAft>
              <a:buClr>
                <a:schemeClr val="dk1"/>
              </a:buClr>
              <a:buSzPts val="1800"/>
              <a:buFont typeface="Calibri" panose="020F050202020403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lnSpc>
                <a:spcPct val="100000"/>
              </a:lnSpc>
              <a:spcBef>
                <a:spcPts val="0"/>
              </a:spcBef>
              <a:spcAft>
                <a:spcPts val="0"/>
              </a:spcAft>
              <a:buClr>
                <a:schemeClr val="dk1"/>
              </a:buClr>
              <a:buSzPts val="1800"/>
              <a:buFont typeface="Calibri" panose="020F050202020403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lnSpc>
                <a:spcPct val="100000"/>
              </a:lnSpc>
              <a:spcBef>
                <a:spcPts val="0"/>
              </a:spcBef>
              <a:spcAft>
                <a:spcPts val="0"/>
              </a:spcAft>
              <a:buClr>
                <a:schemeClr val="dk1"/>
              </a:buClr>
              <a:buSzPts val="1800"/>
              <a:buFont typeface="Calibri" panose="020F050202020403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lnSpc>
                <a:spcPct val="100000"/>
              </a:lnSpc>
              <a:spcBef>
                <a:spcPts val="0"/>
              </a:spcBef>
              <a:spcAft>
                <a:spcPts val="0"/>
              </a:spcAft>
              <a:buClr>
                <a:schemeClr val="dk1"/>
              </a:buClr>
              <a:buSzPts val="1800"/>
              <a:buFont typeface="Calibri" panose="020F050202020403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lnSpc>
                <a:spcPct val="100000"/>
              </a:lnSpc>
              <a:spcBef>
                <a:spcPts val="0"/>
              </a:spcBef>
              <a:spcAft>
                <a:spcPts val="0"/>
              </a:spcAft>
              <a:buClr>
                <a:schemeClr val="dk1"/>
              </a:buClr>
              <a:buSzPts val="1800"/>
              <a:buFont typeface="Calibri" panose="020F050202020403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lnSpc>
                <a:spcPct val="100000"/>
              </a:lnSpc>
              <a:spcBef>
                <a:spcPts val="0"/>
              </a:spcBef>
              <a:spcAft>
                <a:spcPts val="0"/>
              </a:spcAft>
              <a:buClr>
                <a:schemeClr val="dk1"/>
              </a:buClr>
              <a:buSzPts val="1800"/>
              <a:buFont typeface="Calibri" panose="020F050202020403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a:endParaRPr/>
          </a:p>
        </p:txBody>
      </p:sp>
      <p:sp>
        <p:nvSpPr>
          <p:cNvPr id="14" name="Google Shape;14;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898989"/>
              </a:buClr>
              <a:buSzPts val="1200"/>
              <a:buFont typeface="Calibri" panose="020F0502020204030204"/>
              <a:buNone/>
              <a:defRPr sz="1200" b="0" i="0" u="none" strike="noStrike" cap="none">
                <a:solidFill>
                  <a:srgbClr val="898989"/>
                </a:solidFill>
                <a:latin typeface="Calibri" panose="020F0502020204030204"/>
                <a:ea typeface="Calibri" panose="020F0502020204030204"/>
                <a:cs typeface="Calibri" panose="020F0502020204030204"/>
                <a:sym typeface="Calibri" panose="020F0502020204030204"/>
              </a:defRPr>
            </a:lvl1pPr>
            <a:lvl2pPr marL="0" marR="0" lvl="1" indent="0" algn="r" rtl="0">
              <a:lnSpc>
                <a:spcPct val="100000"/>
              </a:lnSpc>
              <a:spcBef>
                <a:spcPts val="0"/>
              </a:spcBef>
              <a:spcAft>
                <a:spcPts val="0"/>
              </a:spcAft>
              <a:buClr>
                <a:srgbClr val="898989"/>
              </a:buClr>
              <a:buSzPts val="1200"/>
              <a:buFont typeface="Calibri" panose="020F0502020204030204"/>
              <a:buNone/>
              <a:defRPr sz="1200" b="0" i="0" u="none" strike="noStrike" cap="none">
                <a:solidFill>
                  <a:srgbClr val="898989"/>
                </a:solidFill>
                <a:latin typeface="Calibri" panose="020F0502020204030204"/>
                <a:ea typeface="Calibri" panose="020F0502020204030204"/>
                <a:cs typeface="Calibri" panose="020F0502020204030204"/>
                <a:sym typeface="Calibri" panose="020F0502020204030204"/>
              </a:defRPr>
            </a:lvl2pPr>
            <a:lvl3pPr marL="0" marR="0" lvl="2" indent="0" algn="r" rtl="0">
              <a:lnSpc>
                <a:spcPct val="100000"/>
              </a:lnSpc>
              <a:spcBef>
                <a:spcPts val="0"/>
              </a:spcBef>
              <a:spcAft>
                <a:spcPts val="0"/>
              </a:spcAft>
              <a:buClr>
                <a:srgbClr val="898989"/>
              </a:buClr>
              <a:buSzPts val="1200"/>
              <a:buFont typeface="Calibri" panose="020F0502020204030204"/>
              <a:buNone/>
              <a:defRPr sz="1200" b="0" i="0" u="none" strike="noStrike" cap="none">
                <a:solidFill>
                  <a:srgbClr val="898989"/>
                </a:solidFill>
                <a:latin typeface="Calibri" panose="020F0502020204030204"/>
                <a:ea typeface="Calibri" panose="020F0502020204030204"/>
                <a:cs typeface="Calibri" panose="020F0502020204030204"/>
                <a:sym typeface="Calibri" panose="020F0502020204030204"/>
              </a:defRPr>
            </a:lvl3pPr>
            <a:lvl4pPr marL="0" marR="0" lvl="3" indent="0" algn="r" rtl="0">
              <a:lnSpc>
                <a:spcPct val="100000"/>
              </a:lnSpc>
              <a:spcBef>
                <a:spcPts val="0"/>
              </a:spcBef>
              <a:spcAft>
                <a:spcPts val="0"/>
              </a:spcAft>
              <a:buClr>
                <a:srgbClr val="898989"/>
              </a:buClr>
              <a:buSzPts val="1200"/>
              <a:buFont typeface="Calibri" panose="020F0502020204030204"/>
              <a:buNone/>
              <a:defRPr sz="1200" b="0" i="0" u="none" strike="noStrike" cap="none">
                <a:solidFill>
                  <a:srgbClr val="898989"/>
                </a:solidFill>
                <a:latin typeface="Calibri" panose="020F0502020204030204"/>
                <a:ea typeface="Calibri" panose="020F0502020204030204"/>
                <a:cs typeface="Calibri" panose="020F0502020204030204"/>
                <a:sym typeface="Calibri" panose="020F0502020204030204"/>
              </a:defRPr>
            </a:lvl4pPr>
            <a:lvl5pPr marL="0" marR="0" lvl="4" indent="0" algn="r" rtl="0">
              <a:lnSpc>
                <a:spcPct val="100000"/>
              </a:lnSpc>
              <a:spcBef>
                <a:spcPts val="0"/>
              </a:spcBef>
              <a:spcAft>
                <a:spcPts val="0"/>
              </a:spcAft>
              <a:buClr>
                <a:srgbClr val="898989"/>
              </a:buClr>
              <a:buSzPts val="1200"/>
              <a:buFont typeface="Calibri" panose="020F0502020204030204"/>
              <a:buNone/>
              <a:defRPr sz="1200" b="0" i="0" u="none" strike="noStrike" cap="none">
                <a:solidFill>
                  <a:srgbClr val="898989"/>
                </a:solidFill>
                <a:latin typeface="Calibri" panose="020F0502020204030204"/>
                <a:ea typeface="Calibri" panose="020F0502020204030204"/>
                <a:cs typeface="Calibri" panose="020F0502020204030204"/>
                <a:sym typeface="Calibri" panose="020F0502020204030204"/>
              </a:defRPr>
            </a:lvl5pPr>
            <a:lvl6pPr marL="0" marR="0" lvl="5" indent="0" algn="r" rtl="0">
              <a:lnSpc>
                <a:spcPct val="100000"/>
              </a:lnSpc>
              <a:spcBef>
                <a:spcPts val="0"/>
              </a:spcBef>
              <a:spcAft>
                <a:spcPts val="0"/>
              </a:spcAft>
              <a:buClr>
                <a:srgbClr val="898989"/>
              </a:buClr>
              <a:buSzPts val="1200"/>
              <a:buFont typeface="Calibri" panose="020F0502020204030204"/>
              <a:buNone/>
              <a:defRPr sz="1200" b="0" i="0" u="none" strike="noStrike" cap="none">
                <a:solidFill>
                  <a:srgbClr val="898989"/>
                </a:solidFill>
                <a:latin typeface="Calibri" panose="020F0502020204030204"/>
                <a:ea typeface="Calibri" panose="020F0502020204030204"/>
                <a:cs typeface="Calibri" panose="020F0502020204030204"/>
                <a:sym typeface="Calibri" panose="020F0502020204030204"/>
              </a:defRPr>
            </a:lvl6pPr>
            <a:lvl7pPr marL="0" marR="0" lvl="6" indent="0" algn="r" rtl="0">
              <a:lnSpc>
                <a:spcPct val="100000"/>
              </a:lnSpc>
              <a:spcBef>
                <a:spcPts val="0"/>
              </a:spcBef>
              <a:spcAft>
                <a:spcPts val="0"/>
              </a:spcAft>
              <a:buClr>
                <a:srgbClr val="898989"/>
              </a:buClr>
              <a:buSzPts val="1200"/>
              <a:buFont typeface="Calibri" panose="020F0502020204030204"/>
              <a:buNone/>
              <a:defRPr sz="1200" b="0" i="0" u="none" strike="noStrike" cap="none">
                <a:solidFill>
                  <a:srgbClr val="898989"/>
                </a:solidFill>
                <a:latin typeface="Calibri" panose="020F0502020204030204"/>
                <a:ea typeface="Calibri" panose="020F0502020204030204"/>
                <a:cs typeface="Calibri" panose="020F0502020204030204"/>
                <a:sym typeface="Calibri" panose="020F0502020204030204"/>
              </a:defRPr>
            </a:lvl7pPr>
            <a:lvl8pPr marL="0" marR="0" lvl="7" indent="0" algn="r" rtl="0">
              <a:lnSpc>
                <a:spcPct val="100000"/>
              </a:lnSpc>
              <a:spcBef>
                <a:spcPts val="0"/>
              </a:spcBef>
              <a:spcAft>
                <a:spcPts val="0"/>
              </a:spcAft>
              <a:buClr>
                <a:srgbClr val="898989"/>
              </a:buClr>
              <a:buSzPts val="1200"/>
              <a:buFont typeface="Calibri" panose="020F0502020204030204"/>
              <a:buNone/>
              <a:defRPr sz="1200" b="0" i="0" u="none" strike="noStrike" cap="none">
                <a:solidFill>
                  <a:srgbClr val="898989"/>
                </a:solidFill>
                <a:latin typeface="Calibri" panose="020F0502020204030204"/>
                <a:ea typeface="Calibri" panose="020F0502020204030204"/>
                <a:cs typeface="Calibri" panose="020F0502020204030204"/>
                <a:sym typeface="Calibri" panose="020F0502020204030204"/>
              </a:defRPr>
            </a:lvl8pPr>
            <a:lvl9pPr marL="0" marR="0" lvl="8" indent="0" algn="r" rtl="0">
              <a:lnSpc>
                <a:spcPct val="100000"/>
              </a:lnSpc>
              <a:spcBef>
                <a:spcPts val="0"/>
              </a:spcBef>
              <a:spcAft>
                <a:spcPts val="0"/>
              </a:spcAft>
              <a:buClr>
                <a:srgbClr val="898989"/>
              </a:buClr>
              <a:buSzPts val="1200"/>
              <a:buFont typeface="Calibri" panose="020F0502020204030204"/>
              <a:buNone/>
              <a:defRPr sz="1200" b="0" i="0" u="none" strike="noStrike" cap="none">
                <a:solidFill>
                  <a:srgbClr val="898989"/>
                </a:solidFill>
                <a:latin typeface="Calibri" panose="020F0502020204030204"/>
                <a:ea typeface="Calibri" panose="020F0502020204030204"/>
                <a:cs typeface="Calibri" panose="020F0502020204030204"/>
                <a:sym typeface="Calibri" panose="020F0502020204030204"/>
              </a:defRPr>
            </a:lvl9pPr>
          </a:lstStyle>
          <a:p>
            <a:pPr marL="0" lvl="0" indent="0" algn="r" rtl="0">
              <a:spcBef>
                <a:spcPts val="0"/>
              </a:spcBef>
              <a:spcAft>
                <a:spcPts val="0"/>
              </a:spcAft>
              <a:buNone/>
            </a:pPr>
            <a:fld id="{00000000-1234-1234-1234-123412341234}" type="slidenum">
              <a:rPr lang="en-US"/>
              <a:t>‹#›</a:t>
            </a:fld>
            <a:endParaRPr lang="en-US"/>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1.xml"/><Relationship Id="rId5" Type="http://schemas.openxmlformats.org/officeDocument/2006/relationships/image" Target="../media/image4.jpeg"/><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6.xml"/><Relationship Id="rId1" Type="http://schemas.openxmlformats.org/officeDocument/2006/relationships/slideLayout" Target="../slideLayouts/slideLayout1.xml"/><Relationship Id="rId5" Type="http://schemas.openxmlformats.org/officeDocument/2006/relationships/image" Target="../media/image2.png"/><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9.xml"/><Relationship Id="rId1" Type="http://schemas.openxmlformats.org/officeDocument/2006/relationships/slideLayout" Target="../slideLayouts/slideLayout1.xml"/><Relationship Id="rId5" Type="http://schemas.openxmlformats.org/officeDocument/2006/relationships/image" Target="../media/image2.png"/><Relationship Id="rId4" Type="http://schemas.openxmlformats.org/officeDocument/2006/relationships/image" Target="../media/image10.png"/></Relationships>
</file>

<file path=ppt/slides/_rels/slide1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xml"/><Relationship Id="rId1" Type="http://schemas.openxmlformats.org/officeDocument/2006/relationships/slideLayout" Target="../slideLayouts/slideLayout1.xml"/><Relationship Id="rId4" Type="http://schemas.openxmlformats.org/officeDocument/2006/relationships/image" Target="../media/image12.png"/></Relationships>
</file>

<file path=ppt/slides/_rels/slide1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2.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3.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1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4.xml"/><Relationship Id="rId1" Type="http://schemas.openxmlformats.org/officeDocument/2006/relationships/slideLayout" Target="../slideLayouts/slideLayout1.xml"/><Relationship Id="rId5" Type="http://schemas.openxmlformats.org/officeDocument/2006/relationships/image" Target="../media/image17.png"/><Relationship Id="rId4" Type="http://schemas.openxmlformats.org/officeDocument/2006/relationships/image" Target="../media/image16.png"/></Relationships>
</file>

<file path=ppt/slides/_rels/slide15.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5.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1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1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7.xml"/><Relationship Id="rId1" Type="http://schemas.openxmlformats.org/officeDocument/2006/relationships/slideLayout" Target="../slideLayouts/slideLayout1.xml"/><Relationship Id="rId4" Type="http://schemas.openxmlformats.org/officeDocument/2006/relationships/image" Target="../media/image20.png"/></Relationships>
</file>

<file path=ppt/slides/_rels/slide18.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8.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19.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9.xml"/><Relationship Id="rId1" Type="http://schemas.openxmlformats.org/officeDocument/2006/relationships/slideLayout" Target="../slideLayouts/slideLayout1.xml"/><Relationship Id="rId5" Type="http://schemas.openxmlformats.org/officeDocument/2006/relationships/image" Target="../media/image2.png"/><Relationship Id="rId4" Type="http://schemas.openxmlformats.org/officeDocument/2006/relationships/image" Target="../media/image23.jpe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28"/>
        <p:cNvGrpSpPr/>
        <p:nvPr/>
      </p:nvGrpSpPr>
      <p:grpSpPr>
        <a:xfrm>
          <a:off x="0" y="0"/>
          <a:ext cx="0" cy="0"/>
          <a:chOff x="0" y="0"/>
          <a:chExt cx="0" cy="0"/>
        </a:xfrm>
      </p:grpSpPr>
      <p:sp>
        <p:nvSpPr>
          <p:cNvPr id="29" name="Google Shape;29;p1"/>
          <p:cNvSpPr/>
          <p:nvPr/>
        </p:nvSpPr>
        <p:spPr>
          <a:xfrm>
            <a:off x="0" y="-353060"/>
            <a:ext cx="12192000" cy="7297420"/>
          </a:xfrm>
          <a:prstGeom prst="rect">
            <a:avLst/>
          </a:prstGeom>
          <a:solidFill>
            <a:srgbClr val="38383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panose="020F0502020204030204"/>
              <a:buNone/>
            </a:pPr>
            <a:endParaRPr sz="1800" b="0" i="0" u="none" strike="noStrike" cap="none">
              <a:solidFill>
                <a:schemeClr val="lt1"/>
              </a:solidFill>
              <a:latin typeface="Calibri" panose="020F0502020204030204"/>
              <a:ea typeface="Calibri" panose="020F0502020204030204"/>
              <a:cs typeface="Calibri" panose="020F0502020204030204"/>
              <a:sym typeface="Calibri" panose="020F0502020204030204"/>
            </a:endParaRPr>
          </a:p>
        </p:txBody>
      </p:sp>
      <p:sp>
        <p:nvSpPr>
          <p:cNvPr id="30" name="Google Shape;30;p1"/>
          <p:cNvSpPr/>
          <p:nvPr/>
        </p:nvSpPr>
        <p:spPr>
          <a:xfrm>
            <a:off x="5510213" y="2495550"/>
            <a:ext cx="309880" cy="92202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chemeClr val="dk1"/>
              </a:buClr>
              <a:buSzPts val="5400"/>
              <a:buFont typeface="Calibri" panose="020F0502020204030204"/>
              <a:buNone/>
            </a:pPr>
            <a:endParaRPr sz="5400" b="0" i="0" u="none" strike="noStrike" cap="none">
              <a:solidFill>
                <a:srgbClr val="D8B765"/>
              </a:solidFill>
              <a:latin typeface="Microsoft YaHei" panose="020B0503020204020204" charset="-122"/>
              <a:ea typeface="Microsoft YaHei" panose="020B0503020204020204" charset="-122"/>
              <a:cs typeface="Microsoft YaHei" panose="020B0503020204020204" charset="-122"/>
              <a:sym typeface="Microsoft YaHei" panose="020B0503020204020204" charset="-122"/>
            </a:endParaRPr>
          </a:p>
        </p:txBody>
      </p:sp>
      <p:cxnSp>
        <p:nvCxnSpPr>
          <p:cNvPr id="31" name="Google Shape;31;p1"/>
          <p:cNvCxnSpPr/>
          <p:nvPr/>
        </p:nvCxnSpPr>
        <p:spPr>
          <a:xfrm rot="10800000" flipH="1">
            <a:off x="1822768" y="5941378"/>
            <a:ext cx="10306050" cy="685800"/>
          </a:xfrm>
          <a:prstGeom prst="straightConnector1">
            <a:avLst/>
          </a:prstGeom>
          <a:noFill/>
          <a:ln w="28575" cap="flat" cmpd="sng">
            <a:solidFill>
              <a:srgbClr val="545BA1"/>
            </a:solidFill>
            <a:prstDash val="solid"/>
            <a:miter lim="800000"/>
            <a:headEnd type="none" w="sm" len="sm"/>
            <a:tailEnd type="none" w="sm" len="sm"/>
          </a:ln>
        </p:spPr>
      </p:cxnSp>
      <p:cxnSp>
        <p:nvCxnSpPr>
          <p:cNvPr id="32" name="Google Shape;32;p1"/>
          <p:cNvCxnSpPr/>
          <p:nvPr/>
        </p:nvCxnSpPr>
        <p:spPr>
          <a:xfrm rot="10800000" flipH="1">
            <a:off x="206375" y="5478780"/>
            <a:ext cx="10306050" cy="685800"/>
          </a:xfrm>
          <a:prstGeom prst="straightConnector1">
            <a:avLst/>
          </a:prstGeom>
          <a:noFill/>
          <a:ln w="9525" cap="flat" cmpd="sng">
            <a:solidFill>
              <a:schemeClr val="lt1"/>
            </a:solidFill>
            <a:prstDash val="solid"/>
            <a:miter lim="800000"/>
            <a:headEnd type="none" w="sm" len="sm"/>
            <a:tailEnd type="none" w="sm" len="sm"/>
          </a:ln>
        </p:spPr>
      </p:cxnSp>
      <p:sp>
        <p:nvSpPr>
          <p:cNvPr id="33" name="Google Shape;33;p1"/>
          <p:cNvSpPr/>
          <p:nvPr/>
        </p:nvSpPr>
        <p:spPr>
          <a:xfrm>
            <a:off x="1942465" y="2138045"/>
            <a:ext cx="8698230" cy="39751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D8B765"/>
              </a:buClr>
              <a:buSzPts val="2000"/>
              <a:buFont typeface="Microsoft YaHei" panose="020B0503020204020204" charset="-122"/>
              <a:buNone/>
            </a:pPr>
            <a:r>
              <a:rPr lang="en-US" sz="2000" b="0" i="0" u="none" strike="noStrike" cap="none">
                <a:solidFill>
                  <a:srgbClr val="D8B765"/>
                </a:solidFill>
                <a:latin typeface="Microsoft YaHei" panose="020B0503020204020204" charset="-122"/>
                <a:ea typeface="Microsoft YaHei" panose="020B0503020204020204" charset="-122"/>
                <a:cs typeface="Microsoft YaHei" panose="020B0503020204020204" charset="-122"/>
                <a:sym typeface="Microsoft YaHei" panose="020B0503020204020204" charset="-122"/>
              </a:rPr>
              <a:t>Object-Oriented Principles, Functional Concepts</a:t>
            </a:r>
            <a:endParaRPr sz="2000" b="0" i="0" u="none" strike="noStrike" cap="none">
              <a:solidFill>
                <a:srgbClr val="D8B765"/>
              </a:solidFill>
              <a:latin typeface="Microsoft YaHei" panose="020B0503020204020204" charset="-122"/>
              <a:ea typeface="Microsoft YaHei" panose="020B0503020204020204" charset="-122"/>
              <a:cs typeface="Microsoft YaHei" panose="020B0503020204020204" charset="-122"/>
              <a:sym typeface="Microsoft YaHei" panose="020B0503020204020204" charset="-122"/>
            </a:endParaRPr>
          </a:p>
        </p:txBody>
      </p:sp>
      <p:sp>
        <p:nvSpPr>
          <p:cNvPr id="34" name="Google Shape;34;p1"/>
          <p:cNvSpPr txBox="1"/>
          <p:nvPr/>
        </p:nvSpPr>
        <p:spPr>
          <a:xfrm>
            <a:off x="1823085" y="713105"/>
            <a:ext cx="9219565" cy="132207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DBB768"/>
              </a:buClr>
              <a:buSzPts val="4000"/>
              <a:buFont typeface="Microsoft YaHei" panose="020B0503020204020204" charset="-122"/>
              <a:buNone/>
            </a:pPr>
            <a:r>
              <a:rPr lang="en-US" sz="4000" b="1" i="0" u="none" strike="noStrike" cap="none" dirty="0">
                <a:solidFill>
                  <a:srgbClr val="DBB768"/>
                </a:solidFill>
                <a:latin typeface="Microsoft YaHei" panose="020B0503020204020204" charset="-122"/>
                <a:ea typeface="Microsoft YaHei" panose="020B0503020204020204" charset="-122"/>
                <a:cs typeface="Microsoft YaHei" panose="020B0503020204020204" charset="-122"/>
                <a:sym typeface="Microsoft YaHei" panose="020B0503020204020204" charset="-122"/>
              </a:rPr>
              <a:t>A Comprehensive Guide to Dart Programming: </a:t>
            </a:r>
            <a:endParaRPr sz="4000" b="1" i="0" u="none" strike="noStrike" cap="none" dirty="0">
              <a:solidFill>
                <a:srgbClr val="DBB768"/>
              </a:solidFill>
              <a:latin typeface="Microsoft YaHei" panose="020B0503020204020204" charset="-122"/>
              <a:ea typeface="Microsoft YaHei" panose="020B0503020204020204" charset="-122"/>
              <a:cs typeface="Microsoft YaHei" panose="020B0503020204020204" charset="-122"/>
              <a:sym typeface="Microsoft YaHei" panose="020B0503020204020204" charset="-122"/>
            </a:endParaRPr>
          </a:p>
        </p:txBody>
      </p:sp>
      <p:pic>
        <p:nvPicPr>
          <p:cNvPr id="35" name="Google Shape;35;p1"/>
          <p:cNvPicPr preferRelativeResize="0"/>
          <p:nvPr/>
        </p:nvPicPr>
        <p:blipFill rotWithShape="1">
          <a:blip r:embed="rId3"/>
          <a:srcRect/>
          <a:stretch>
            <a:fillRect/>
          </a:stretch>
        </p:blipFill>
        <p:spPr>
          <a:xfrm>
            <a:off x="354013" y="3816350"/>
            <a:ext cx="5038725" cy="3609975"/>
          </a:xfrm>
          <a:prstGeom prst="rect">
            <a:avLst/>
          </a:prstGeom>
          <a:noFill/>
          <a:ln>
            <a:noFill/>
          </a:ln>
        </p:spPr>
      </p:pic>
      <p:pic>
        <p:nvPicPr>
          <p:cNvPr id="36" name="Google Shape;36;p1" descr="Aitrich Logo_Artboard 4"/>
          <p:cNvPicPr preferRelativeResize="0"/>
          <p:nvPr/>
        </p:nvPicPr>
        <p:blipFill rotWithShape="1">
          <a:blip r:embed="rId4"/>
          <a:srcRect/>
          <a:stretch>
            <a:fillRect/>
          </a:stretch>
        </p:blipFill>
        <p:spPr>
          <a:xfrm>
            <a:off x="74295" y="-90170"/>
            <a:ext cx="1275715" cy="956945"/>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5"/>
                                        </p:tgtEl>
                                        <p:attrNameLst>
                                          <p:attrName>style.visibility</p:attrName>
                                        </p:attrNameLst>
                                      </p:cBhvr>
                                      <p:to>
                                        <p:strVal val="visible"/>
                                      </p:to>
                                    </p:set>
                                    <p:animEffect transition="in" filter="fade">
                                      <p:cBhvr>
                                        <p:cTn id="7" dur="2000"/>
                                        <p:tgtEl>
                                          <p:spTgt spid="3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3"/>
                                        </p:tgtEl>
                                        <p:attrNameLst>
                                          <p:attrName>style.visibility</p:attrName>
                                        </p:attrNameLst>
                                      </p:cBhvr>
                                      <p:to>
                                        <p:strVal val="visible"/>
                                      </p:to>
                                    </p:set>
                                    <p:animEffect transition="in" filter="fade">
                                      <p:cBhvr>
                                        <p:cTn id="12" dur="10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p:bg>
      <p:bgPr>
        <a:blipFill>
          <a:blip r:embed="rId3"/>
          <a:stretch>
            <a:fillRect/>
          </a:stretch>
        </a:blipFill>
        <a:effectLst/>
      </p:bgPr>
    </p:bg>
    <p:spTree>
      <p:nvGrpSpPr>
        <p:cNvPr id="1" name="Shape 40"/>
        <p:cNvGrpSpPr/>
        <p:nvPr/>
      </p:nvGrpSpPr>
      <p:grpSpPr>
        <a:xfrm>
          <a:off x="0" y="0"/>
          <a:ext cx="0" cy="0"/>
          <a:chOff x="0" y="0"/>
          <a:chExt cx="0" cy="0"/>
        </a:xfrm>
      </p:grpSpPr>
      <p:sp>
        <p:nvSpPr>
          <p:cNvPr id="41" name="Google Shape;41;p2"/>
          <p:cNvSpPr/>
          <p:nvPr/>
        </p:nvSpPr>
        <p:spPr>
          <a:xfrm>
            <a:off x="-635" y="9832"/>
            <a:ext cx="12192000" cy="7146925"/>
          </a:xfrm>
          <a:prstGeom prst="rect">
            <a:avLst/>
          </a:prstGeom>
          <a:solidFill>
            <a:srgbClr val="38383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panose="020F0502020204030204"/>
              <a:buNone/>
            </a:pPr>
            <a:endParaRPr sz="1800" b="0" i="0" u="none" strike="noStrike" cap="none">
              <a:solidFill>
                <a:schemeClr val="lt1"/>
              </a:solidFill>
              <a:latin typeface="Calibri" panose="020F0502020204030204"/>
              <a:ea typeface="Calibri" panose="020F0502020204030204"/>
              <a:cs typeface="Calibri" panose="020F0502020204030204"/>
              <a:sym typeface="Calibri" panose="020F0502020204030204"/>
            </a:endParaRPr>
          </a:p>
        </p:txBody>
      </p:sp>
      <p:sp>
        <p:nvSpPr>
          <p:cNvPr id="42" name="Google Shape;42;p2"/>
          <p:cNvSpPr/>
          <p:nvPr/>
        </p:nvSpPr>
        <p:spPr>
          <a:xfrm>
            <a:off x="916782" y="510858"/>
            <a:ext cx="8704580" cy="706755"/>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chemeClr val="lt1"/>
              </a:buClr>
              <a:buSzPts val="4000"/>
              <a:buFont typeface="Arial" panose="020B0604020202020204"/>
              <a:buNone/>
            </a:pPr>
            <a:r>
              <a:rPr lang="en-US" sz="4000" b="0" i="0" u="none" strike="noStrike" cap="none">
                <a:solidFill>
                  <a:schemeClr val="lt1"/>
                </a:solidFill>
                <a:latin typeface="Arial" panose="020B0604020202020204"/>
                <a:ea typeface="Arial" panose="020B0604020202020204"/>
                <a:cs typeface="Arial" panose="020B0604020202020204"/>
                <a:sym typeface="Arial" panose="020B0604020202020204"/>
              </a:rPr>
              <a:t>Object-Oriented Programming in Dart</a:t>
            </a:r>
            <a:endParaRPr sz="4000" b="0" i="0" u="none" strike="noStrike" cap="none">
              <a:solidFill>
                <a:schemeClr val="lt1"/>
              </a:solidFill>
              <a:latin typeface="Arial" panose="020B0604020202020204"/>
              <a:ea typeface="Arial" panose="020B0604020202020204"/>
              <a:cs typeface="Arial" panose="020B0604020202020204"/>
              <a:sym typeface="Arial" panose="020B0604020202020204"/>
            </a:endParaRPr>
          </a:p>
        </p:txBody>
      </p:sp>
      <p:sp>
        <p:nvSpPr>
          <p:cNvPr id="43" name="Google Shape;43;p2"/>
          <p:cNvSpPr/>
          <p:nvPr/>
        </p:nvSpPr>
        <p:spPr>
          <a:xfrm rot="4705673">
            <a:off x="673100" y="723900"/>
            <a:ext cx="223838" cy="223838"/>
          </a:xfrm>
          <a:prstGeom prst="rtTriangl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panose="020F0502020204030204"/>
              <a:buNone/>
            </a:pPr>
            <a:endParaRPr sz="1800" b="0" i="0" u="none" strike="noStrike" cap="none">
              <a:solidFill>
                <a:schemeClr val="lt1"/>
              </a:solidFill>
              <a:latin typeface="Calibri" panose="020F0502020204030204"/>
              <a:ea typeface="Calibri" panose="020F0502020204030204"/>
              <a:cs typeface="Calibri" panose="020F0502020204030204"/>
              <a:sym typeface="Calibri" panose="020F0502020204030204"/>
            </a:endParaRPr>
          </a:p>
        </p:txBody>
      </p:sp>
      <p:sp>
        <p:nvSpPr>
          <p:cNvPr id="44" name="Google Shape;44;p2"/>
          <p:cNvSpPr/>
          <p:nvPr/>
        </p:nvSpPr>
        <p:spPr>
          <a:xfrm rot="-10558151">
            <a:off x="693738" y="677863"/>
            <a:ext cx="182563" cy="182563"/>
          </a:xfrm>
          <a:prstGeom prst="rtTriangle">
            <a:avLst/>
          </a:prstGeom>
          <a:solidFill>
            <a:schemeClr val="lt1">
              <a:alpha val="40000"/>
            </a:schemeClr>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panose="020F0502020204030204"/>
              <a:buNone/>
            </a:pPr>
            <a:endParaRPr sz="1800" b="0" i="0" u="none" strike="noStrike" cap="none">
              <a:solidFill>
                <a:schemeClr val="lt1"/>
              </a:solidFill>
              <a:latin typeface="Calibri" panose="020F0502020204030204"/>
              <a:ea typeface="Calibri" panose="020F0502020204030204"/>
              <a:cs typeface="Calibri" panose="020F0502020204030204"/>
              <a:sym typeface="Calibri" panose="020F0502020204030204"/>
            </a:endParaRPr>
          </a:p>
        </p:txBody>
      </p:sp>
      <p:sp>
        <p:nvSpPr>
          <p:cNvPr id="45" name="Google Shape;45;p2"/>
          <p:cNvSpPr txBox="1"/>
          <p:nvPr/>
        </p:nvSpPr>
        <p:spPr>
          <a:xfrm>
            <a:off x="473710" y="1855470"/>
            <a:ext cx="8314055" cy="520700"/>
          </a:xfrm>
          <a:prstGeom prst="rect">
            <a:avLst/>
          </a:prstGeom>
          <a:noFill/>
          <a:ln>
            <a:noFill/>
          </a:ln>
        </p:spPr>
        <p:txBody>
          <a:bodyPr spcFirstLastPara="1" wrap="square" lIns="91425" tIns="45700" rIns="91425" bIns="45700" anchor="t" anchorCtr="0">
            <a:spAutoFit/>
          </a:bodyPr>
          <a:lstStyle/>
          <a:p>
            <a:pPr marL="342900" marR="0" lvl="0" indent="-342900" algn="l" rtl="0">
              <a:lnSpc>
                <a:spcPct val="100000"/>
              </a:lnSpc>
              <a:spcBef>
                <a:spcPts val="0"/>
              </a:spcBef>
              <a:spcAft>
                <a:spcPts val="0"/>
              </a:spcAft>
              <a:buClr>
                <a:srgbClr val="DAB865"/>
              </a:buClr>
              <a:buSzPts val="2800"/>
              <a:buFont typeface="Arial" panose="020B0604020202020204"/>
              <a:buChar char="•"/>
            </a:pPr>
            <a:r>
              <a:rPr sz="2800" b="0" i="0" u="none" strike="noStrike" cap="none">
                <a:solidFill>
                  <a:srgbClr val="DAB865"/>
                </a:solidFill>
                <a:latin typeface="Calibri" panose="020F0502020204030204"/>
                <a:ea typeface="Calibri" panose="020F0502020204030204"/>
                <a:cs typeface="Calibri" panose="020F0502020204030204"/>
                <a:sym typeface="Calibri" panose="020F0502020204030204"/>
              </a:rPr>
              <a:t>Dart is an object-oriented programming language.</a:t>
            </a:r>
          </a:p>
        </p:txBody>
      </p:sp>
      <p:pic>
        <p:nvPicPr>
          <p:cNvPr id="49" name="Google Shape;49;p2" descr="Aitrich Logo_Artboard 4"/>
          <p:cNvPicPr preferRelativeResize="0"/>
          <p:nvPr/>
        </p:nvPicPr>
        <p:blipFill rotWithShape="1">
          <a:blip r:embed="rId4"/>
          <a:srcRect/>
          <a:stretch>
            <a:fillRect/>
          </a:stretch>
        </p:blipFill>
        <p:spPr>
          <a:xfrm>
            <a:off x="74295" y="-90170"/>
            <a:ext cx="1275715" cy="956945"/>
          </a:xfrm>
          <a:prstGeom prst="rect">
            <a:avLst/>
          </a:prstGeom>
          <a:noFill/>
          <a:ln>
            <a:noFill/>
          </a:ln>
        </p:spPr>
      </p:pic>
      <p:pic>
        <p:nvPicPr>
          <p:cNvPr id="180" name="Google Shape;180;p2" descr="oopprogram"/>
          <p:cNvPicPr preferRelativeResize="0"/>
          <p:nvPr/>
        </p:nvPicPr>
        <p:blipFill rotWithShape="1">
          <a:blip r:embed="rId5">
            <a:alphaModFix amt="68000"/>
          </a:blip>
          <a:srcRect l="1260" t="1582" r="7610" b="9699"/>
          <a:stretch>
            <a:fillRect/>
          </a:stretch>
        </p:blipFill>
        <p:spPr>
          <a:xfrm>
            <a:off x="7373620" y="3191510"/>
            <a:ext cx="4567555" cy="3819525"/>
          </a:xfrm>
          <a:prstGeom prst="ellipse">
            <a:avLst/>
          </a:prstGeom>
          <a:noFill/>
          <a:ln>
            <a:noFill/>
          </a:ln>
        </p:spPr>
      </p:pic>
      <p:sp>
        <p:nvSpPr>
          <p:cNvPr id="5" name="Google Shape;45;p2"/>
          <p:cNvSpPr txBox="1"/>
          <p:nvPr/>
        </p:nvSpPr>
        <p:spPr>
          <a:xfrm>
            <a:off x="473710" y="2924175"/>
            <a:ext cx="7085330" cy="2192020"/>
          </a:xfrm>
          <a:prstGeom prst="rect">
            <a:avLst/>
          </a:prstGeom>
          <a:noFill/>
          <a:ln>
            <a:noFill/>
          </a:ln>
        </p:spPr>
        <p:txBody>
          <a:bodyPr spcFirstLastPara="1" wrap="square" lIns="91425" tIns="45700" rIns="91425" bIns="45700" anchor="t" anchorCtr="0">
            <a:noAutofit/>
          </a:bodyPr>
          <a:lstStyle/>
          <a:p>
            <a:pPr marL="342900" marR="0" lvl="0" indent="-342900" algn="l" rtl="0">
              <a:lnSpc>
                <a:spcPct val="100000"/>
              </a:lnSpc>
              <a:spcBef>
                <a:spcPts val="0"/>
              </a:spcBef>
              <a:spcAft>
                <a:spcPts val="0"/>
              </a:spcAft>
              <a:buClr>
                <a:srgbClr val="DAB865"/>
              </a:buClr>
              <a:buSzPts val="2800"/>
              <a:buFont typeface="Arial" panose="020B0604020202020204"/>
              <a:buChar char="•"/>
            </a:pPr>
            <a:r>
              <a:rPr sz="2800" b="0" i="0" u="none" strike="noStrike" cap="none" dirty="0">
                <a:solidFill>
                  <a:srgbClr val="DAB865"/>
                </a:solidFill>
                <a:latin typeface="Calibri" panose="020F0502020204030204"/>
                <a:ea typeface="Calibri" panose="020F0502020204030204"/>
                <a:cs typeface="Calibri" panose="020F0502020204030204"/>
                <a:sym typeface="Calibri" panose="020F0502020204030204"/>
              </a:rPr>
              <a:t>The main goal of oops concepts in dart is to reduce programming complexity &amp; can execute many tasks at once.</a:t>
            </a:r>
          </a:p>
        </p:txBody>
      </p:sp>
      <p:sp>
        <p:nvSpPr>
          <p:cNvPr id="6" name="Google Shape;45;p2"/>
          <p:cNvSpPr txBox="1"/>
          <p:nvPr/>
        </p:nvSpPr>
        <p:spPr>
          <a:xfrm>
            <a:off x="473710" y="4665980"/>
            <a:ext cx="7085330" cy="2192020"/>
          </a:xfrm>
          <a:prstGeom prst="rect">
            <a:avLst/>
          </a:prstGeom>
          <a:noFill/>
          <a:ln>
            <a:noFill/>
          </a:ln>
        </p:spPr>
        <p:txBody>
          <a:bodyPr spcFirstLastPara="1" wrap="square" lIns="91425" tIns="45700" rIns="91425" bIns="45700" anchor="t" anchorCtr="0">
            <a:noAutofit/>
          </a:bodyPr>
          <a:lstStyle/>
          <a:p>
            <a:pPr marL="342900" marR="0" lvl="0" indent="-342900" algn="l" rtl="0">
              <a:lnSpc>
                <a:spcPct val="100000"/>
              </a:lnSpc>
              <a:spcBef>
                <a:spcPts val="0"/>
              </a:spcBef>
              <a:spcAft>
                <a:spcPts val="0"/>
              </a:spcAft>
              <a:buClr>
                <a:srgbClr val="DAB865"/>
              </a:buClr>
              <a:buSzPts val="2800"/>
              <a:buFont typeface="Arial" panose="020B0604020202020204"/>
              <a:buChar char="•"/>
            </a:pPr>
            <a:r>
              <a:rPr sz="2800" b="0" i="0" u="none" strike="noStrike" cap="none" dirty="0">
                <a:solidFill>
                  <a:srgbClr val="DAB865"/>
                </a:solidFill>
                <a:latin typeface="Calibri" panose="020F0502020204030204"/>
                <a:ea typeface="Calibri" panose="020F0502020204030204"/>
                <a:cs typeface="Calibri" panose="020F0502020204030204"/>
                <a:sym typeface="Calibri" panose="020F0502020204030204"/>
              </a:rPr>
              <a:t>Object-Oriented Programming (OOP) in Dart offers several benefits, making it easier to build scalable, maintainable, and reusable software.</a:t>
            </a:r>
          </a:p>
        </p:txBody>
      </p:sp>
    </p:spTree>
  </p:cSld>
  <p:clrMapOvr>
    <a:masterClrMapping/>
  </p:clrMapOvr>
  <mc:AlternateContent xmlns:mc="http://schemas.openxmlformats.org/markup-compatibility/2006" xmlns:p14="http://schemas.microsoft.com/office/powerpoint/2010/main">
    <mc:Choice Requires="p14">
      <p:transition spd="med" p14:dur="699">
        <p:fad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2"/>
                                        </p:tgtEl>
                                        <p:attrNameLst>
                                          <p:attrName>style.visibility</p:attrName>
                                        </p:attrNameLst>
                                      </p:cBhvr>
                                      <p:to>
                                        <p:strVal val="visible"/>
                                      </p:to>
                                    </p:set>
                                    <p:animEffect transition="in" filter="fade">
                                      <p:cBhvr>
                                        <p:cTn id="7" dur="1000"/>
                                        <p:tgtEl>
                                          <p:spTgt spid="4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5"/>
                                        </p:tgtEl>
                                        <p:attrNameLst>
                                          <p:attrName>style.visibility</p:attrName>
                                        </p:attrNameLst>
                                      </p:cBhvr>
                                      <p:to>
                                        <p:strVal val="visible"/>
                                      </p:to>
                                    </p:set>
                                    <p:animEffect transition="in" filter="fade">
                                      <p:cBhvr>
                                        <p:cTn id="12" dur="1000"/>
                                        <p:tgtEl>
                                          <p:spTgt spid="4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80"/>
                                        </p:tgtEl>
                                        <p:attrNameLst>
                                          <p:attrName>style.visibility</p:attrName>
                                        </p:attrNameLst>
                                      </p:cBhvr>
                                      <p:to>
                                        <p:strVal val="visible"/>
                                      </p:to>
                                    </p:set>
                                    <p:animEffect transition="in" filter="fade">
                                      <p:cBhvr>
                                        <p:cTn id="17" dur="2000"/>
                                        <p:tgtEl>
                                          <p:spTgt spid="18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fade">
                                      <p:cBhvr>
                                        <p:cTn id="22" dur="1000"/>
                                        <p:tgtEl>
                                          <p:spTgt spid="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fade">
                                      <p:cBhvr>
                                        <p:cTn id="27"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bg>
      <p:bgPr>
        <a:blipFill>
          <a:blip r:embed="rId3"/>
          <a:stretch>
            <a:fillRect/>
          </a:stretch>
        </a:blipFill>
        <a:effectLst/>
      </p:bgPr>
    </p:bg>
    <p:spTree>
      <p:nvGrpSpPr>
        <p:cNvPr id="1" name="Shape 40"/>
        <p:cNvGrpSpPr/>
        <p:nvPr/>
      </p:nvGrpSpPr>
      <p:grpSpPr>
        <a:xfrm>
          <a:off x="0" y="0"/>
          <a:ext cx="0" cy="0"/>
          <a:chOff x="0" y="0"/>
          <a:chExt cx="0" cy="0"/>
        </a:xfrm>
      </p:grpSpPr>
      <p:sp>
        <p:nvSpPr>
          <p:cNvPr id="41" name="Google Shape;41;p2"/>
          <p:cNvSpPr/>
          <p:nvPr/>
        </p:nvSpPr>
        <p:spPr>
          <a:xfrm>
            <a:off x="-635" y="20320"/>
            <a:ext cx="12192000" cy="7146925"/>
          </a:xfrm>
          <a:prstGeom prst="rect">
            <a:avLst/>
          </a:prstGeom>
          <a:solidFill>
            <a:srgbClr val="38383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panose="020F0502020204030204"/>
              <a:buNone/>
            </a:pPr>
            <a:endParaRPr sz="1800" b="0" i="0" u="none" strike="noStrike" cap="none">
              <a:solidFill>
                <a:schemeClr val="lt1"/>
              </a:solidFill>
              <a:latin typeface="Calibri" panose="020F0502020204030204"/>
              <a:ea typeface="Calibri" panose="020F0502020204030204"/>
              <a:cs typeface="Calibri" panose="020F0502020204030204"/>
              <a:sym typeface="Calibri" panose="020F0502020204030204"/>
            </a:endParaRPr>
          </a:p>
        </p:txBody>
      </p:sp>
      <p:sp>
        <p:nvSpPr>
          <p:cNvPr id="42" name="Google Shape;42;p2"/>
          <p:cNvSpPr/>
          <p:nvPr/>
        </p:nvSpPr>
        <p:spPr>
          <a:xfrm>
            <a:off x="916782" y="510858"/>
            <a:ext cx="8704580" cy="705485"/>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chemeClr val="lt1"/>
              </a:buClr>
              <a:buSzPts val="4000"/>
              <a:buFont typeface="Arial" panose="020B0604020202020204"/>
              <a:buNone/>
            </a:pPr>
            <a:r>
              <a:rPr lang="en-IN" sz="4000" b="0" i="0" u="none" strike="noStrike" cap="none">
                <a:solidFill>
                  <a:schemeClr val="lt1"/>
                </a:solidFill>
                <a:latin typeface="Arial" panose="020B0604020202020204"/>
                <a:ea typeface="Arial" panose="020B0604020202020204"/>
                <a:cs typeface="Arial" panose="020B0604020202020204"/>
                <a:sym typeface="Arial" panose="020B0604020202020204"/>
              </a:rPr>
              <a:t>Oops</a:t>
            </a:r>
          </a:p>
        </p:txBody>
      </p:sp>
      <p:sp>
        <p:nvSpPr>
          <p:cNvPr id="43" name="Google Shape;43;p2"/>
          <p:cNvSpPr/>
          <p:nvPr/>
        </p:nvSpPr>
        <p:spPr>
          <a:xfrm rot="4705673">
            <a:off x="673100" y="723900"/>
            <a:ext cx="223838" cy="223838"/>
          </a:xfrm>
          <a:prstGeom prst="rtTriangl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panose="020F0502020204030204"/>
              <a:buNone/>
            </a:pPr>
            <a:endParaRPr sz="1800" b="0" i="0" u="none" strike="noStrike" cap="none">
              <a:solidFill>
                <a:schemeClr val="lt1"/>
              </a:solidFill>
              <a:latin typeface="Calibri" panose="020F0502020204030204"/>
              <a:ea typeface="Calibri" panose="020F0502020204030204"/>
              <a:cs typeface="Calibri" panose="020F0502020204030204"/>
              <a:sym typeface="Calibri" panose="020F0502020204030204"/>
            </a:endParaRPr>
          </a:p>
        </p:txBody>
      </p:sp>
      <p:sp>
        <p:nvSpPr>
          <p:cNvPr id="44" name="Google Shape;44;p2"/>
          <p:cNvSpPr/>
          <p:nvPr/>
        </p:nvSpPr>
        <p:spPr>
          <a:xfrm rot="-10558151">
            <a:off x="693738" y="677863"/>
            <a:ext cx="182563" cy="182563"/>
          </a:xfrm>
          <a:prstGeom prst="rtTriangle">
            <a:avLst/>
          </a:prstGeom>
          <a:solidFill>
            <a:schemeClr val="lt1">
              <a:alpha val="40000"/>
            </a:schemeClr>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panose="020F0502020204030204"/>
              <a:buNone/>
            </a:pPr>
            <a:endParaRPr sz="1800" b="0" i="0" u="none" strike="noStrike" cap="none">
              <a:solidFill>
                <a:schemeClr val="lt1"/>
              </a:solidFill>
              <a:latin typeface="Calibri" panose="020F0502020204030204"/>
              <a:ea typeface="Calibri" panose="020F0502020204030204"/>
              <a:cs typeface="Calibri" panose="020F0502020204030204"/>
              <a:sym typeface="Calibri" panose="020F0502020204030204"/>
            </a:endParaRPr>
          </a:p>
        </p:txBody>
      </p:sp>
      <p:sp>
        <p:nvSpPr>
          <p:cNvPr id="45" name="Google Shape;45;p2"/>
          <p:cNvSpPr txBox="1"/>
          <p:nvPr/>
        </p:nvSpPr>
        <p:spPr>
          <a:xfrm>
            <a:off x="687705" y="1892935"/>
            <a:ext cx="6146165" cy="521970"/>
          </a:xfrm>
          <a:prstGeom prst="rect">
            <a:avLst/>
          </a:prstGeom>
          <a:noFill/>
          <a:ln>
            <a:noFill/>
          </a:ln>
        </p:spPr>
        <p:txBody>
          <a:bodyPr spcFirstLastPara="1" wrap="square" lIns="91425" tIns="45700" rIns="91425" bIns="45700" anchor="t" anchorCtr="0">
            <a:spAutoFit/>
          </a:bodyPr>
          <a:lstStyle/>
          <a:p>
            <a:pPr marL="342900" marR="0" lvl="0" indent="-342900" algn="l" rtl="0">
              <a:lnSpc>
                <a:spcPct val="100000"/>
              </a:lnSpc>
              <a:spcBef>
                <a:spcPts val="0"/>
              </a:spcBef>
              <a:spcAft>
                <a:spcPts val="0"/>
              </a:spcAft>
              <a:buClr>
                <a:srgbClr val="DAB865"/>
              </a:buClr>
              <a:buSzPts val="2800"/>
              <a:buFont typeface="Arial" panose="020B0604020202020204"/>
              <a:buChar char="•"/>
            </a:pPr>
            <a:r>
              <a:rPr lang="en-US" sz="2800" b="0" i="0" u="none" strike="noStrike" cap="none" dirty="0">
                <a:solidFill>
                  <a:srgbClr val="DAB865"/>
                </a:solidFill>
                <a:latin typeface="Calibri" panose="020F0502020204030204"/>
                <a:ea typeface="Calibri" panose="020F0502020204030204"/>
                <a:cs typeface="Calibri" panose="020F0502020204030204"/>
                <a:sym typeface="Calibri" panose="020F0502020204030204"/>
              </a:rPr>
              <a:t>Defining classes and creating objects</a:t>
            </a:r>
            <a:endParaRPr sz="2800" b="0" i="0" u="none" strike="noStrike" cap="none" dirty="0">
              <a:solidFill>
                <a:srgbClr val="DAB865"/>
              </a:solidFill>
              <a:latin typeface="Calibri" panose="020F0502020204030204"/>
              <a:ea typeface="Calibri" panose="020F0502020204030204"/>
              <a:cs typeface="Calibri" panose="020F0502020204030204"/>
              <a:sym typeface="Calibri" panose="020F0502020204030204"/>
            </a:endParaRPr>
          </a:p>
        </p:txBody>
      </p:sp>
      <p:sp>
        <p:nvSpPr>
          <p:cNvPr id="47" name="Google Shape;47;p2"/>
          <p:cNvSpPr txBox="1"/>
          <p:nvPr/>
        </p:nvSpPr>
        <p:spPr>
          <a:xfrm>
            <a:off x="652780" y="2881630"/>
            <a:ext cx="6029325" cy="1383665"/>
          </a:xfrm>
          <a:prstGeom prst="rect">
            <a:avLst/>
          </a:prstGeom>
          <a:noFill/>
          <a:ln>
            <a:noFill/>
          </a:ln>
        </p:spPr>
        <p:txBody>
          <a:bodyPr spcFirstLastPara="1" wrap="square" lIns="91425" tIns="45700" rIns="91425" bIns="45700" anchor="t" anchorCtr="0">
            <a:spAutoFit/>
          </a:bodyPr>
          <a:lstStyle/>
          <a:p>
            <a:pPr marL="342900" marR="0" lvl="0" indent="-342900" algn="l" rtl="0">
              <a:lnSpc>
                <a:spcPct val="100000"/>
              </a:lnSpc>
              <a:spcBef>
                <a:spcPts val="0"/>
              </a:spcBef>
              <a:spcAft>
                <a:spcPts val="0"/>
              </a:spcAft>
              <a:buClr>
                <a:srgbClr val="DAB865"/>
              </a:buClr>
              <a:buSzPts val="2800"/>
              <a:buFont typeface="Arial" panose="020B0604020202020204"/>
              <a:buChar char="•"/>
            </a:pPr>
            <a:r>
              <a:rPr lang="en-US" sz="2800" b="0" i="0" u="none" strike="noStrike" cap="none" dirty="0">
                <a:solidFill>
                  <a:srgbClr val="DAB865"/>
                </a:solidFill>
                <a:latin typeface="Calibri" panose="020F0502020204030204"/>
                <a:ea typeface="Calibri" panose="020F0502020204030204"/>
                <a:cs typeface="Calibri" panose="020F0502020204030204"/>
                <a:sym typeface="Calibri" panose="020F0502020204030204"/>
              </a:rPr>
              <a:t>Understanding class members: properties, methods, and constructors</a:t>
            </a:r>
            <a:endParaRPr sz="2800" b="0" i="0" u="none" strike="noStrike" cap="none" dirty="0">
              <a:solidFill>
                <a:srgbClr val="DAB865"/>
              </a:solidFill>
              <a:latin typeface="Calibri" panose="020F0502020204030204"/>
              <a:ea typeface="Calibri" panose="020F0502020204030204"/>
              <a:cs typeface="Calibri" panose="020F0502020204030204"/>
              <a:sym typeface="Calibri" panose="020F0502020204030204"/>
            </a:endParaRPr>
          </a:p>
        </p:txBody>
      </p:sp>
      <p:pic>
        <p:nvPicPr>
          <p:cNvPr id="48" name="Google Shape;48;p2" descr="12291093_Wavy_Tech-22_Single-06"/>
          <p:cNvPicPr preferRelativeResize="0"/>
          <p:nvPr/>
        </p:nvPicPr>
        <p:blipFill rotWithShape="1">
          <a:blip r:embed="rId3"/>
          <a:srcRect/>
          <a:stretch>
            <a:fillRect/>
          </a:stretch>
        </p:blipFill>
        <p:spPr>
          <a:xfrm>
            <a:off x="6946265" y="1358265"/>
            <a:ext cx="5245100" cy="5245100"/>
          </a:xfrm>
          <a:prstGeom prst="ellipse">
            <a:avLst/>
          </a:prstGeom>
          <a:noFill/>
          <a:ln>
            <a:noFill/>
          </a:ln>
        </p:spPr>
      </p:pic>
      <p:pic>
        <p:nvPicPr>
          <p:cNvPr id="49" name="Google Shape;49;p2" descr="Aitrich Logo_Artboard 4"/>
          <p:cNvPicPr preferRelativeResize="0"/>
          <p:nvPr/>
        </p:nvPicPr>
        <p:blipFill rotWithShape="1">
          <a:blip r:embed="rId4"/>
          <a:srcRect/>
          <a:stretch>
            <a:fillRect/>
          </a:stretch>
        </p:blipFill>
        <p:spPr>
          <a:xfrm>
            <a:off x="74295" y="-90170"/>
            <a:ext cx="1275715" cy="956945"/>
          </a:xfrm>
          <a:prstGeom prst="rect">
            <a:avLst/>
          </a:prstGeom>
          <a:noFill/>
          <a:ln>
            <a:noFill/>
          </a:ln>
        </p:spPr>
      </p:pic>
      <p:sp>
        <p:nvSpPr>
          <p:cNvPr id="2" name="Google Shape;46;p2"/>
          <p:cNvSpPr txBox="1"/>
          <p:nvPr/>
        </p:nvSpPr>
        <p:spPr>
          <a:xfrm>
            <a:off x="652780" y="4474845"/>
            <a:ext cx="4851400" cy="2244090"/>
          </a:xfrm>
          <a:prstGeom prst="rect">
            <a:avLst/>
          </a:prstGeom>
          <a:noFill/>
          <a:ln>
            <a:noFill/>
          </a:ln>
        </p:spPr>
        <p:txBody>
          <a:bodyPr spcFirstLastPara="1" wrap="square" lIns="91425" tIns="45700" rIns="91425" bIns="45700" anchor="t" anchorCtr="0">
            <a:spAutoFit/>
          </a:bodyPr>
          <a:lstStyle/>
          <a:p>
            <a:pPr marL="342900" marR="0" lvl="0" indent="-342900" algn="l" rtl="0">
              <a:lnSpc>
                <a:spcPct val="100000"/>
              </a:lnSpc>
              <a:spcBef>
                <a:spcPts val="0"/>
              </a:spcBef>
              <a:spcAft>
                <a:spcPts val="0"/>
              </a:spcAft>
              <a:buClr>
                <a:srgbClr val="DAB865"/>
              </a:buClr>
              <a:buSzPts val="2800"/>
              <a:buFont typeface="Arial" panose="020B0604020202020204"/>
              <a:buChar char="•"/>
            </a:pPr>
            <a:r>
              <a:rPr sz="2800" b="0" i="0" u="none" strike="noStrike" cap="none">
                <a:solidFill>
                  <a:srgbClr val="DAB865"/>
                </a:solidFill>
                <a:latin typeface="Calibri" panose="020F0502020204030204"/>
                <a:ea typeface="Calibri" panose="020F0502020204030204"/>
                <a:cs typeface="Calibri" panose="020F0502020204030204"/>
                <a:sym typeface="Calibri" panose="020F0502020204030204"/>
              </a:rPr>
              <a:t>The </a:t>
            </a:r>
            <a:r>
              <a:rPr lang="en-IN" sz="2800" b="0" i="0" u="none" strike="noStrike" cap="none">
                <a:solidFill>
                  <a:srgbClr val="DAB865"/>
                </a:solidFill>
                <a:latin typeface="Calibri" panose="020F0502020204030204"/>
                <a:ea typeface="Calibri" panose="020F0502020204030204"/>
                <a:cs typeface="Calibri" panose="020F0502020204030204"/>
                <a:sym typeface="Calibri" panose="020F0502020204030204"/>
              </a:rPr>
              <a:t>Three </a:t>
            </a:r>
            <a:r>
              <a:rPr sz="2800" b="0" i="0" u="none" strike="noStrike" cap="none">
                <a:solidFill>
                  <a:srgbClr val="DAB865"/>
                </a:solidFill>
                <a:latin typeface="Calibri" panose="020F0502020204030204"/>
                <a:ea typeface="Calibri" panose="020F0502020204030204"/>
                <a:cs typeface="Calibri" panose="020F0502020204030204"/>
                <a:sym typeface="Calibri" panose="020F0502020204030204"/>
              </a:rPr>
              <a:t>Pillars of OOPs</a:t>
            </a:r>
            <a:r>
              <a:rPr lang="en-IN" sz="2800" b="0" i="0" u="none" strike="noStrike" cap="none">
                <a:solidFill>
                  <a:srgbClr val="DAB865"/>
                </a:solidFill>
                <a:latin typeface="Calibri" panose="020F0502020204030204"/>
                <a:ea typeface="Calibri" panose="020F0502020204030204"/>
                <a:cs typeface="Calibri" panose="020F0502020204030204"/>
                <a:sym typeface="Calibri" panose="020F0502020204030204"/>
              </a:rPr>
              <a:t>:</a:t>
            </a:r>
          </a:p>
          <a:p>
            <a:pPr marL="457200" marR="0" lvl="0" indent="-457200" algn="l" rtl="0">
              <a:lnSpc>
                <a:spcPct val="100000"/>
              </a:lnSpc>
              <a:spcBef>
                <a:spcPts val="0"/>
              </a:spcBef>
              <a:spcAft>
                <a:spcPts val="0"/>
              </a:spcAft>
              <a:buClr>
                <a:srgbClr val="DAB865"/>
              </a:buClr>
              <a:buSzPts val="2800"/>
              <a:buFont typeface="Wingdings" panose="05000000000000000000" charset="0"/>
              <a:buChar char="Ø"/>
            </a:pPr>
            <a:r>
              <a:rPr lang="en-IN" sz="2800" b="0" i="0" u="none" strike="noStrike" cap="none">
                <a:solidFill>
                  <a:srgbClr val="DAB865"/>
                </a:solidFill>
                <a:latin typeface="Calibri" panose="020F0502020204030204"/>
                <a:ea typeface="Calibri" panose="020F0502020204030204"/>
                <a:cs typeface="Calibri" panose="020F0502020204030204"/>
                <a:sym typeface="Calibri" panose="020F0502020204030204"/>
              </a:rPr>
              <a:t>Inheritance</a:t>
            </a:r>
          </a:p>
          <a:p>
            <a:pPr marL="457200" marR="0" lvl="0" indent="-457200" algn="l" rtl="0">
              <a:lnSpc>
                <a:spcPct val="100000"/>
              </a:lnSpc>
              <a:spcBef>
                <a:spcPts val="0"/>
              </a:spcBef>
              <a:spcAft>
                <a:spcPts val="0"/>
              </a:spcAft>
              <a:buClr>
                <a:srgbClr val="DAB865"/>
              </a:buClr>
              <a:buSzPts val="2800"/>
              <a:buFont typeface="Wingdings" panose="05000000000000000000" charset="0"/>
              <a:buChar char="Ø"/>
            </a:pPr>
            <a:r>
              <a:rPr lang="en-IN" sz="2800" b="0" i="0" u="none" strike="noStrike" cap="none">
                <a:solidFill>
                  <a:srgbClr val="DAB865"/>
                </a:solidFill>
                <a:latin typeface="Calibri" panose="020F0502020204030204"/>
                <a:ea typeface="Calibri" panose="020F0502020204030204"/>
                <a:cs typeface="Calibri" panose="020F0502020204030204"/>
                <a:sym typeface="Calibri" panose="020F0502020204030204"/>
              </a:rPr>
              <a:t>Ploymorphism</a:t>
            </a:r>
          </a:p>
          <a:p>
            <a:pPr marL="457200" marR="0" lvl="0" indent="-457200" algn="l" rtl="0">
              <a:lnSpc>
                <a:spcPct val="100000"/>
              </a:lnSpc>
              <a:spcBef>
                <a:spcPts val="0"/>
              </a:spcBef>
              <a:spcAft>
                <a:spcPts val="0"/>
              </a:spcAft>
              <a:buClr>
                <a:srgbClr val="DAB865"/>
              </a:buClr>
              <a:buSzPts val="2800"/>
              <a:buFont typeface="Wingdings" panose="05000000000000000000" charset="0"/>
              <a:buChar char="Ø"/>
            </a:pPr>
            <a:r>
              <a:rPr lang="en-IN" sz="2800" b="0" i="0" u="none" strike="noStrike" cap="none">
                <a:solidFill>
                  <a:srgbClr val="DAB865"/>
                </a:solidFill>
                <a:latin typeface="Calibri" panose="020F0502020204030204"/>
                <a:ea typeface="Calibri" panose="020F0502020204030204"/>
                <a:cs typeface="Calibri" panose="020F0502020204030204"/>
                <a:sym typeface="Calibri" panose="020F0502020204030204"/>
              </a:rPr>
              <a:t>Abstraction</a:t>
            </a:r>
          </a:p>
          <a:p>
            <a:pPr marL="457200" marR="0" lvl="0" indent="-457200" algn="l" rtl="0">
              <a:lnSpc>
                <a:spcPct val="100000"/>
              </a:lnSpc>
              <a:spcBef>
                <a:spcPts val="0"/>
              </a:spcBef>
              <a:spcAft>
                <a:spcPts val="0"/>
              </a:spcAft>
              <a:buClr>
                <a:srgbClr val="DAB865"/>
              </a:buClr>
              <a:buSzPts val="2800"/>
              <a:buFont typeface="Wingdings" panose="05000000000000000000" charset="0"/>
              <a:buChar char="Ø"/>
            </a:pPr>
            <a:r>
              <a:rPr lang="en-IN" sz="2800" b="0" i="0" u="none" strike="noStrike" cap="none">
                <a:solidFill>
                  <a:srgbClr val="DAB865"/>
                </a:solidFill>
                <a:latin typeface="Calibri" panose="020F0502020204030204"/>
                <a:ea typeface="Calibri" panose="020F0502020204030204"/>
                <a:cs typeface="Calibri" panose="020F0502020204030204"/>
                <a:sym typeface="Calibri" panose="020F0502020204030204"/>
              </a:rPr>
              <a:t>Encapsulation</a:t>
            </a:r>
          </a:p>
        </p:txBody>
      </p:sp>
    </p:spTree>
  </p:cSld>
  <p:clrMapOvr>
    <a:masterClrMapping/>
  </p:clrMapOvr>
  <mc:AlternateContent xmlns:mc="http://schemas.openxmlformats.org/markup-compatibility/2006" xmlns:p14="http://schemas.microsoft.com/office/powerpoint/2010/main">
    <mc:Choice Requires="p14">
      <p:transition spd="med" p14:dur="699">
        <p:fad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2"/>
                                        </p:tgtEl>
                                        <p:attrNameLst>
                                          <p:attrName>style.visibility</p:attrName>
                                        </p:attrNameLst>
                                      </p:cBhvr>
                                      <p:to>
                                        <p:strVal val="visible"/>
                                      </p:to>
                                    </p:set>
                                    <p:animEffect transition="in" filter="fade">
                                      <p:cBhvr>
                                        <p:cTn id="7" dur="1000"/>
                                        <p:tgtEl>
                                          <p:spTgt spid="4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8"/>
                                        </p:tgtEl>
                                        <p:attrNameLst>
                                          <p:attrName>style.visibility</p:attrName>
                                        </p:attrNameLst>
                                      </p:cBhvr>
                                      <p:to>
                                        <p:strVal val="visible"/>
                                      </p:to>
                                    </p:set>
                                    <p:animEffect transition="in" filter="fade">
                                      <p:cBhvr>
                                        <p:cTn id="12" dur="500"/>
                                        <p:tgtEl>
                                          <p:spTgt spid="4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45"/>
                                        </p:tgtEl>
                                        <p:attrNameLst>
                                          <p:attrName>style.visibility</p:attrName>
                                        </p:attrNameLst>
                                      </p:cBhvr>
                                      <p:to>
                                        <p:strVal val="visible"/>
                                      </p:to>
                                    </p:set>
                                    <p:animEffect transition="in" filter="fade">
                                      <p:cBhvr>
                                        <p:cTn id="17" dur="1000"/>
                                        <p:tgtEl>
                                          <p:spTgt spid="4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47"/>
                                        </p:tgtEl>
                                        <p:attrNameLst>
                                          <p:attrName>style.visibility</p:attrName>
                                        </p:attrNameLst>
                                      </p:cBhvr>
                                      <p:to>
                                        <p:strVal val="visible"/>
                                      </p:to>
                                    </p:set>
                                    <p:animEffect transition="in" filter="fade">
                                      <p:cBhvr>
                                        <p:cTn id="22" dur="1000"/>
                                        <p:tgtEl>
                                          <p:spTgt spid="4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
                                        </p:tgtEl>
                                        <p:attrNameLst>
                                          <p:attrName>style.visibility</p:attrName>
                                        </p:attrNameLst>
                                      </p:cBhvr>
                                      <p:to>
                                        <p:strVal val="visible"/>
                                      </p:to>
                                    </p:set>
                                    <p:animEffect transition="in" filter="fade">
                                      <p:cBhvr>
                                        <p:cTn id="27" dur="1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53"/>
        <p:cNvGrpSpPr/>
        <p:nvPr/>
      </p:nvGrpSpPr>
      <p:grpSpPr>
        <a:xfrm>
          <a:off x="0" y="0"/>
          <a:ext cx="0" cy="0"/>
          <a:chOff x="0" y="0"/>
          <a:chExt cx="0" cy="0"/>
        </a:xfrm>
      </p:grpSpPr>
      <p:sp>
        <p:nvSpPr>
          <p:cNvPr id="54" name="Google Shape;54;p3"/>
          <p:cNvSpPr/>
          <p:nvPr/>
        </p:nvSpPr>
        <p:spPr>
          <a:xfrm>
            <a:off x="0" y="10160"/>
            <a:ext cx="12192000" cy="6858000"/>
          </a:xfrm>
          <a:prstGeom prst="rect">
            <a:avLst/>
          </a:prstGeom>
          <a:solidFill>
            <a:srgbClr val="383838"/>
          </a:solidFill>
          <a:ln w="12700" cap="flat" cmpd="sng">
            <a:solidFill>
              <a:srgbClr val="42719B"/>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panose="020F0502020204030204"/>
              <a:buNone/>
            </a:pPr>
            <a:endParaRPr sz="1800" b="0" i="0" u="none" strike="noStrike" cap="none">
              <a:solidFill>
                <a:schemeClr val="lt1"/>
              </a:solidFill>
              <a:latin typeface="Calibri" panose="020F0502020204030204"/>
              <a:ea typeface="Calibri" panose="020F0502020204030204"/>
              <a:cs typeface="Calibri" panose="020F0502020204030204"/>
              <a:sym typeface="Calibri" panose="020F0502020204030204"/>
            </a:endParaRPr>
          </a:p>
        </p:txBody>
      </p:sp>
      <p:cxnSp>
        <p:nvCxnSpPr>
          <p:cNvPr id="55" name="Google Shape;55;p3"/>
          <p:cNvCxnSpPr/>
          <p:nvPr/>
        </p:nvCxnSpPr>
        <p:spPr>
          <a:xfrm>
            <a:off x="2122488" y="2667000"/>
            <a:ext cx="6432550" cy="26988"/>
          </a:xfrm>
          <a:prstGeom prst="straightConnector1">
            <a:avLst/>
          </a:prstGeom>
          <a:solidFill>
            <a:srgbClr val="EE6351"/>
          </a:solidFill>
          <a:ln>
            <a:noFill/>
          </a:ln>
        </p:spPr>
      </p:cxnSp>
      <p:cxnSp>
        <p:nvCxnSpPr>
          <p:cNvPr id="56" name="Google Shape;56;p3"/>
          <p:cNvCxnSpPr/>
          <p:nvPr/>
        </p:nvCxnSpPr>
        <p:spPr>
          <a:xfrm>
            <a:off x="2122488" y="4110038"/>
            <a:ext cx="4799013" cy="36513"/>
          </a:xfrm>
          <a:prstGeom prst="straightConnector1">
            <a:avLst/>
          </a:prstGeom>
          <a:solidFill>
            <a:srgbClr val="EE6351"/>
          </a:solidFill>
          <a:ln>
            <a:noFill/>
          </a:ln>
        </p:spPr>
      </p:cxnSp>
      <p:cxnSp>
        <p:nvCxnSpPr>
          <p:cNvPr id="57" name="Google Shape;57;p3"/>
          <p:cNvCxnSpPr/>
          <p:nvPr/>
        </p:nvCxnSpPr>
        <p:spPr>
          <a:xfrm>
            <a:off x="2093913" y="5627688"/>
            <a:ext cx="3194050" cy="1588"/>
          </a:xfrm>
          <a:prstGeom prst="straightConnector1">
            <a:avLst/>
          </a:prstGeom>
          <a:solidFill>
            <a:srgbClr val="EE6351"/>
          </a:solidFill>
          <a:ln>
            <a:noFill/>
          </a:ln>
        </p:spPr>
      </p:cxnSp>
      <p:sp>
        <p:nvSpPr>
          <p:cNvPr id="58" name="Google Shape;58;p3"/>
          <p:cNvSpPr txBox="1"/>
          <p:nvPr/>
        </p:nvSpPr>
        <p:spPr>
          <a:xfrm>
            <a:off x="796290" y="1310640"/>
            <a:ext cx="10793730" cy="119888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DFBB64"/>
              </a:buClr>
              <a:buSzPts val="2400"/>
              <a:buFont typeface="Calibri" panose="020F0502020204030204"/>
              <a:buNone/>
            </a:pPr>
            <a:r>
              <a:rPr lang="en-US" sz="2400" b="0" i="0" u="none" strike="noStrike" cap="none" dirty="0">
                <a:solidFill>
                  <a:srgbClr val="DFBB64"/>
                </a:solidFill>
                <a:latin typeface="Calibri" panose="020F0502020204030204"/>
                <a:ea typeface="Calibri" panose="020F0502020204030204"/>
                <a:cs typeface="Calibri" panose="020F0502020204030204"/>
                <a:sym typeface="Calibri" panose="020F0502020204030204"/>
              </a:rPr>
              <a:t>A class in terms of Oops is the blueprint of </a:t>
            </a:r>
            <a:r>
              <a:rPr lang="en-US" sz="2400" b="0" i="0" u="none" strike="noStrike" cap="none" dirty="0" err="1">
                <a:solidFill>
                  <a:srgbClr val="DFBB64"/>
                </a:solidFill>
                <a:latin typeface="Calibri" panose="020F0502020204030204"/>
                <a:ea typeface="Calibri" panose="020F0502020204030204"/>
                <a:cs typeface="Calibri" panose="020F0502020204030204"/>
                <a:sym typeface="Calibri" panose="020F0502020204030204"/>
              </a:rPr>
              <a:t>objects.But</a:t>
            </a:r>
            <a:r>
              <a:rPr lang="en-US" sz="2400" b="0" i="0" u="none" strike="noStrike" cap="none" dirty="0">
                <a:solidFill>
                  <a:srgbClr val="DFBB64"/>
                </a:solidFill>
                <a:latin typeface="Calibri" panose="020F0502020204030204"/>
                <a:ea typeface="Calibri" panose="020F0502020204030204"/>
                <a:cs typeface="Calibri" panose="020F0502020204030204"/>
                <a:sym typeface="Calibri" panose="020F0502020204030204"/>
              </a:rPr>
              <a:t> compared to other languages, class have less importance in </a:t>
            </a:r>
            <a:r>
              <a:rPr lang="en-US" sz="2400" b="0" i="0" u="none" strike="noStrike" cap="none" dirty="0" err="1">
                <a:solidFill>
                  <a:srgbClr val="DFBB64"/>
                </a:solidFill>
                <a:latin typeface="Calibri" panose="020F0502020204030204"/>
                <a:ea typeface="Calibri" panose="020F0502020204030204"/>
                <a:cs typeface="Calibri" panose="020F0502020204030204"/>
                <a:sym typeface="Calibri" panose="020F0502020204030204"/>
              </a:rPr>
              <a:t>dart.Class</a:t>
            </a:r>
            <a:r>
              <a:rPr lang="en-US" sz="2400" b="0" i="0" u="none" strike="noStrike" cap="none" dirty="0">
                <a:solidFill>
                  <a:srgbClr val="DFBB64"/>
                </a:solidFill>
                <a:latin typeface="Calibri" panose="020F0502020204030204"/>
                <a:ea typeface="Calibri" panose="020F0502020204030204"/>
                <a:cs typeface="Calibri" panose="020F0502020204030204"/>
                <a:sym typeface="Calibri" panose="020F0502020204030204"/>
              </a:rPr>
              <a:t> can be used for declaring, allocating space, storing, sharing objects.</a:t>
            </a:r>
            <a:endParaRPr sz="2400" b="0" i="0" u="none" strike="noStrike" cap="none" dirty="0">
              <a:solidFill>
                <a:srgbClr val="DFBB64"/>
              </a:solidFill>
              <a:latin typeface="Calibri" panose="020F0502020204030204"/>
              <a:ea typeface="Calibri" panose="020F0502020204030204"/>
              <a:cs typeface="Calibri" panose="020F0502020204030204"/>
              <a:sym typeface="Calibri" panose="020F0502020204030204"/>
            </a:endParaRPr>
          </a:p>
        </p:txBody>
      </p:sp>
      <p:sp>
        <p:nvSpPr>
          <p:cNvPr id="59" name="Google Shape;59;p3"/>
          <p:cNvSpPr txBox="1"/>
          <p:nvPr/>
        </p:nvSpPr>
        <p:spPr>
          <a:xfrm>
            <a:off x="796290" y="2771140"/>
            <a:ext cx="10751820" cy="829945"/>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DFBB64"/>
              </a:buClr>
              <a:buSzPts val="2400"/>
              <a:buFont typeface="Calibri" panose="020F0502020204030204"/>
              <a:buNone/>
            </a:pPr>
            <a:r>
              <a:rPr lang="en-US" sz="2400" b="0" i="0" u="none" strike="noStrike" cap="none" dirty="0">
                <a:solidFill>
                  <a:srgbClr val="DFBB64"/>
                </a:solidFill>
                <a:latin typeface="Calibri" panose="020F0502020204030204"/>
                <a:ea typeface="Calibri" panose="020F0502020204030204"/>
                <a:cs typeface="Calibri" panose="020F0502020204030204"/>
                <a:sym typeface="Calibri" panose="020F0502020204030204"/>
              </a:rPr>
              <a:t>The class keyword is followed by the class name. The rules for identifiers must be considered while naming a class.</a:t>
            </a:r>
            <a:endParaRPr sz="2400" b="0" i="0" u="none" strike="noStrike" cap="none" dirty="0">
              <a:solidFill>
                <a:srgbClr val="DFBB64"/>
              </a:solidFill>
              <a:latin typeface="Calibri" panose="020F0502020204030204"/>
              <a:ea typeface="Calibri" panose="020F0502020204030204"/>
              <a:cs typeface="Calibri" panose="020F0502020204030204"/>
              <a:sym typeface="Calibri" panose="020F0502020204030204"/>
            </a:endParaRPr>
          </a:p>
        </p:txBody>
      </p:sp>
      <p:sp>
        <p:nvSpPr>
          <p:cNvPr id="60" name="Google Shape;60;p3"/>
          <p:cNvSpPr/>
          <p:nvPr/>
        </p:nvSpPr>
        <p:spPr>
          <a:xfrm>
            <a:off x="916940" y="417830"/>
            <a:ext cx="11064240" cy="1212215"/>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lt1"/>
              </a:buClr>
              <a:buSzPts val="4000"/>
              <a:buFont typeface="Arial" panose="020B0604020202020204"/>
              <a:buNone/>
            </a:pPr>
            <a:r>
              <a:rPr lang="en-US" sz="4000" b="0" i="0" u="none" strike="noStrike" cap="none">
                <a:solidFill>
                  <a:schemeClr val="lt1"/>
                </a:solidFill>
                <a:latin typeface="Arial" panose="020B0604020202020204"/>
                <a:ea typeface="Arial" panose="020B0604020202020204"/>
                <a:cs typeface="Arial" panose="020B0604020202020204"/>
                <a:sym typeface="Arial" panose="020B0604020202020204"/>
              </a:rPr>
              <a:t>Class</a:t>
            </a:r>
            <a:endParaRPr sz="4000" b="0" i="0" u="none" strike="noStrike" cap="none">
              <a:solidFill>
                <a:schemeClr val="lt1"/>
              </a:solidFill>
              <a:latin typeface="Arial" panose="020B0604020202020204"/>
              <a:ea typeface="Arial" panose="020B0604020202020204"/>
              <a:cs typeface="Arial" panose="020B0604020202020204"/>
              <a:sym typeface="Arial" panose="020B0604020202020204"/>
            </a:endParaRPr>
          </a:p>
        </p:txBody>
      </p:sp>
      <p:sp>
        <p:nvSpPr>
          <p:cNvPr id="61" name="Google Shape;61;p3"/>
          <p:cNvSpPr/>
          <p:nvPr/>
        </p:nvSpPr>
        <p:spPr>
          <a:xfrm rot="4705673">
            <a:off x="673100" y="723900"/>
            <a:ext cx="223838" cy="223838"/>
          </a:xfrm>
          <a:prstGeom prst="rtTriangl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panose="020F0502020204030204"/>
              <a:buNone/>
            </a:pPr>
            <a:endParaRPr sz="1800" b="0" i="0" u="none" strike="noStrike" cap="none">
              <a:solidFill>
                <a:schemeClr val="lt1"/>
              </a:solidFill>
              <a:latin typeface="Calibri" panose="020F0502020204030204"/>
              <a:ea typeface="Calibri" panose="020F0502020204030204"/>
              <a:cs typeface="Calibri" panose="020F0502020204030204"/>
              <a:sym typeface="Calibri" panose="020F0502020204030204"/>
            </a:endParaRPr>
          </a:p>
        </p:txBody>
      </p:sp>
      <p:sp>
        <p:nvSpPr>
          <p:cNvPr id="62" name="Google Shape;62;p3"/>
          <p:cNvSpPr/>
          <p:nvPr/>
        </p:nvSpPr>
        <p:spPr>
          <a:xfrm rot="-10558151">
            <a:off x="693738" y="677863"/>
            <a:ext cx="182563" cy="182563"/>
          </a:xfrm>
          <a:prstGeom prst="rtTriangle">
            <a:avLst/>
          </a:prstGeom>
          <a:solidFill>
            <a:schemeClr val="lt1">
              <a:alpha val="40000"/>
            </a:schemeClr>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panose="020F0502020204030204"/>
              <a:buNone/>
            </a:pPr>
            <a:endParaRPr sz="1800" b="0" i="0" u="none" strike="noStrike" cap="none">
              <a:solidFill>
                <a:schemeClr val="lt1"/>
              </a:solidFill>
              <a:latin typeface="Calibri" panose="020F0502020204030204"/>
              <a:ea typeface="Calibri" panose="020F0502020204030204"/>
              <a:cs typeface="Calibri" panose="020F0502020204030204"/>
              <a:sym typeface="Calibri" panose="020F0502020204030204"/>
            </a:endParaRPr>
          </a:p>
        </p:txBody>
      </p:sp>
      <p:sp>
        <p:nvSpPr>
          <p:cNvPr id="63" name="Google Shape;63;p3"/>
          <p:cNvSpPr txBox="1"/>
          <p:nvPr/>
        </p:nvSpPr>
        <p:spPr>
          <a:xfrm>
            <a:off x="882650" y="3801110"/>
            <a:ext cx="10631170" cy="2306955"/>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DFBB64"/>
              </a:buClr>
              <a:buSzPts val="2400"/>
              <a:buFont typeface="Calibri" panose="020F0502020204030204"/>
              <a:buNone/>
            </a:pPr>
            <a:r>
              <a:rPr lang="en-US" sz="2400" b="0" i="0" u="none" strike="noStrike" cap="none" dirty="0">
                <a:solidFill>
                  <a:srgbClr val="DFBB64"/>
                </a:solidFill>
                <a:latin typeface="Calibri" panose="020F0502020204030204"/>
                <a:ea typeface="Calibri" panose="020F0502020204030204"/>
                <a:cs typeface="Calibri" panose="020F0502020204030204"/>
                <a:sym typeface="Calibri" panose="020F0502020204030204"/>
              </a:rPr>
              <a:t>Inside Class there are 4 types of attributes:</a:t>
            </a:r>
            <a:endParaRPr sz="2400" b="0" i="0" u="none" strike="noStrike" cap="none" dirty="0">
              <a:solidFill>
                <a:srgbClr val="DFBB64"/>
              </a:solidFill>
              <a:latin typeface="Calibri" panose="020F0502020204030204"/>
              <a:ea typeface="Calibri" panose="020F0502020204030204"/>
              <a:cs typeface="Calibri" panose="020F0502020204030204"/>
              <a:sym typeface="Calibri" panose="020F0502020204030204"/>
            </a:endParaRPr>
          </a:p>
          <a:p>
            <a:pPr marL="0" marR="0" lvl="0" indent="0" algn="l" rtl="0">
              <a:lnSpc>
                <a:spcPct val="100000"/>
              </a:lnSpc>
              <a:spcBef>
                <a:spcPts val="0"/>
              </a:spcBef>
              <a:spcAft>
                <a:spcPts val="0"/>
              </a:spcAft>
              <a:buClr>
                <a:schemeClr val="dk1"/>
              </a:buClr>
              <a:buSzPts val="2400"/>
              <a:buFont typeface="Calibri" panose="020F0502020204030204"/>
              <a:buNone/>
            </a:pPr>
            <a:endParaRPr sz="2400" b="0" i="0" u="none" strike="noStrike" cap="none" dirty="0">
              <a:solidFill>
                <a:srgbClr val="DFBB64"/>
              </a:solidFill>
              <a:latin typeface="Calibri" panose="020F0502020204030204"/>
              <a:ea typeface="Calibri" panose="020F0502020204030204"/>
              <a:cs typeface="Calibri" panose="020F0502020204030204"/>
              <a:sym typeface="Calibri" panose="020F0502020204030204"/>
            </a:endParaRPr>
          </a:p>
          <a:p>
            <a:pPr marL="457200" marR="0" lvl="0" indent="-457200" algn="l" rtl="0">
              <a:lnSpc>
                <a:spcPct val="100000"/>
              </a:lnSpc>
              <a:spcBef>
                <a:spcPts val="0"/>
              </a:spcBef>
              <a:spcAft>
                <a:spcPts val="0"/>
              </a:spcAft>
              <a:buClr>
                <a:srgbClr val="DFBB64"/>
              </a:buClr>
              <a:buSzPts val="2400"/>
              <a:buFont typeface="Arial" panose="020B0604020202020204"/>
              <a:buChar char="•"/>
            </a:pPr>
            <a:r>
              <a:rPr lang="en-US" sz="2400" b="0" i="0" u="none" strike="noStrike" cap="none" dirty="0">
                <a:solidFill>
                  <a:srgbClr val="DFBB64"/>
                </a:solidFill>
                <a:latin typeface="Calibri" panose="020F0502020204030204"/>
                <a:ea typeface="Calibri" panose="020F0502020204030204"/>
                <a:cs typeface="Calibri" panose="020F0502020204030204"/>
                <a:sym typeface="Calibri" panose="020F0502020204030204"/>
              </a:rPr>
              <a:t>fields</a:t>
            </a:r>
            <a:endParaRPr sz="2400" b="0" i="0" u="none" strike="noStrike" cap="none" dirty="0">
              <a:solidFill>
                <a:srgbClr val="DFBB64"/>
              </a:solidFill>
              <a:latin typeface="Calibri" panose="020F0502020204030204"/>
              <a:ea typeface="Calibri" panose="020F0502020204030204"/>
              <a:cs typeface="Calibri" panose="020F0502020204030204"/>
              <a:sym typeface="Calibri" panose="020F0502020204030204"/>
            </a:endParaRPr>
          </a:p>
          <a:p>
            <a:pPr marL="457200" marR="0" lvl="0" indent="-457200" algn="l" rtl="0">
              <a:lnSpc>
                <a:spcPct val="100000"/>
              </a:lnSpc>
              <a:spcBef>
                <a:spcPts val="0"/>
              </a:spcBef>
              <a:spcAft>
                <a:spcPts val="0"/>
              </a:spcAft>
              <a:buClr>
                <a:srgbClr val="DFBB64"/>
              </a:buClr>
              <a:buSzPts val="2400"/>
              <a:buFont typeface="Arial" panose="020B0604020202020204"/>
              <a:buChar char="•"/>
            </a:pPr>
            <a:r>
              <a:rPr lang="en-US" sz="2400" b="0" i="0" u="none" strike="noStrike" cap="none" dirty="0">
                <a:solidFill>
                  <a:srgbClr val="DFBB64"/>
                </a:solidFill>
                <a:latin typeface="Calibri" panose="020F0502020204030204"/>
                <a:ea typeface="Calibri" panose="020F0502020204030204"/>
                <a:cs typeface="Calibri" panose="020F0502020204030204"/>
                <a:sym typeface="Calibri" panose="020F0502020204030204"/>
              </a:rPr>
              <a:t>getters/setters</a:t>
            </a:r>
            <a:endParaRPr sz="2400" b="0" i="0" u="none" strike="noStrike" cap="none" dirty="0">
              <a:solidFill>
                <a:srgbClr val="DFBB64"/>
              </a:solidFill>
              <a:latin typeface="Calibri" panose="020F0502020204030204"/>
              <a:ea typeface="Calibri" panose="020F0502020204030204"/>
              <a:cs typeface="Calibri" panose="020F0502020204030204"/>
              <a:sym typeface="Calibri" panose="020F0502020204030204"/>
            </a:endParaRPr>
          </a:p>
          <a:p>
            <a:pPr marL="457200" marR="0" lvl="0" indent="-457200" algn="l" rtl="0">
              <a:lnSpc>
                <a:spcPct val="100000"/>
              </a:lnSpc>
              <a:spcBef>
                <a:spcPts val="0"/>
              </a:spcBef>
              <a:spcAft>
                <a:spcPts val="0"/>
              </a:spcAft>
              <a:buClr>
                <a:srgbClr val="DFBB64"/>
              </a:buClr>
              <a:buSzPts val="2400"/>
              <a:buFont typeface="Arial" panose="020B0604020202020204"/>
              <a:buChar char="•"/>
            </a:pPr>
            <a:r>
              <a:rPr lang="en-US" sz="2400" b="0" i="0" u="none" strike="noStrike" cap="none" dirty="0">
                <a:solidFill>
                  <a:srgbClr val="DFBB64"/>
                </a:solidFill>
                <a:latin typeface="Calibri" panose="020F0502020204030204"/>
                <a:ea typeface="Calibri" panose="020F0502020204030204"/>
                <a:cs typeface="Calibri" panose="020F0502020204030204"/>
                <a:sym typeface="Calibri" panose="020F0502020204030204"/>
              </a:rPr>
              <a:t>Constructors</a:t>
            </a:r>
            <a:endParaRPr sz="2400" b="0" i="0" u="none" strike="noStrike" cap="none" dirty="0">
              <a:solidFill>
                <a:srgbClr val="DFBB64"/>
              </a:solidFill>
              <a:latin typeface="Calibri" panose="020F0502020204030204"/>
              <a:ea typeface="Calibri" panose="020F0502020204030204"/>
              <a:cs typeface="Calibri" panose="020F0502020204030204"/>
              <a:sym typeface="Calibri" panose="020F0502020204030204"/>
            </a:endParaRPr>
          </a:p>
          <a:p>
            <a:pPr marL="457200" marR="0" lvl="0" indent="-457200" algn="l" rtl="0">
              <a:lnSpc>
                <a:spcPct val="100000"/>
              </a:lnSpc>
              <a:spcBef>
                <a:spcPts val="0"/>
              </a:spcBef>
              <a:spcAft>
                <a:spcPts val="0"/>
              </a:spcAft>
              <a:buClr>
                <a:srgbClr val="DFBB64"/>
              </a:buClr>
              <a:buSzPts val="2400"/>
              <a:buFont typeface="Arial" panose="020B0604020202020204"/>
              <a:buChar char="•"/>
            </a:pPr>
            <a:r>
              <a:rPr lang="en-US" sz="2400" b="0" i="0" u="none" strike="noStrike" cap="none" dirty="0">
                <a:solidFill>
                  <a:srgbClr val="DFBB64"/>
                </a:solidFill>
                <a:latin typeface="Calibri" panose="020F0502020204030204"/>
                <a:ea typeface="Calibri" panose="020F0502020204030204"/>
                <a:cs typeface="Calibri" panose="020F0502020204030204"/>
                <a:sym typeface="Calibri" panose="020F0502020204030204"/>
              </a:rPr>
              <a:t>functions </a:t>
            </a:r>
            <a:endParaRPr sz="2400" b="0" i="0" u="none" strike="noStrike" cap="none" dirty="0">
              <a:solidFill>
                <a:srgbClr val="DFBB64"/>
              </a:solidFill>
              <a:latin typeface="Calibri" panose="020F0502020204030204"/>
              <a:ea typeface="Calibri" panose="020F0502020204030204"/>
              <a:cs typeface="Calibri" panose="020F0502020204030204"/>
              <a:sym typeface="Calibri" panose="020F0502020204030204"/>
            </a:endParaRPr>
          </a:p>
        </p:txBody>
      </p:sp>
      <p:pic>
        <p:nvPicPr>
          <p:cNvPr id="64" name="Google Shape;64;p3" descr="class"/>
          <p:cNvPicPr preferRelativeResize="0"/>
          <p:nvPr/>
        </p:nvPicPr>
        <p:blipFill rotWithShape="1">
          <a:blip r:embed="rId3"/>
          <a:srcRect/>
          <a:stretch>
            <a:fillRect/>
          </a:stretch>
        </p:blipFill>
        <p:spPr>
          <a:xfrm>
            <a:off x="8586470" y="3429000"/>
            <a:ext cx="3126105" cy="2600960"/>
          </a:xfrm>
          <a:prstGeom prst="rect">
            <a:avLst/>
          </a:prstGeom>
          <a:noFill/>
          <a:ln>
            <a:noFill/>
          </a:ln>
        </p:spPr>
      </p:pic>
      <p:pic>
        <p:nvPicPr>
          <p:cNvPr id="65" name="Google Shape;65;p3" descr="Aitrich Logo_Artboard 4"/>
          <p:cNvPicPr preferRelativeResize="0"/>
          <p:nvPr/>
        </p:nvPicPr>
        <p:blipFill rotWithShape="1">
          <a:blip r:embed="rId4"/>
          <a:srcRect/>
          <a:stretch>
            <a:fillRect/>
          </a:stretch>
        </p:blipFill>
        <p:spPr>
          <a:xfrm>
            <a:off x="74295" y="-90170"/>
            <a:ext cx="1275715" cy="956945"/>
          </a:xfrm>
          <a:prstGeom prst="rect">
            <a:avLst/>
          </a:prstGeom>
          <a:noFill/>
          <a:ln>
            <a:noFill/>
          </a:ln>
        </p:spPr>
      </p:pic>
    </p:spTree>
  </p:cSld>
  <p:clrMapOvr>
    <a:masterClrMapping/>
  </p:clrMapOvr>
  <mc:AlternateContent xmlns:mc="http://schemas.openxmlformats.org/markup-compatibility/2006" xmlns:p14="http://schemas.microsoft.com/office/powerpoint/2010/main">
    <mc:Choice Requires="p14">
      <p:transition spd="slow" p14:dur="1500">
        <p:split orient="vert" dir="in"/>
      </p:transition>
    </mc:Choice>
    <mc:Fallback xmlns="">
      <p:transition spd="slow">
        <p:split orient="vert" dir="in"/>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0"/>
                                        </p:tgtEl>
                                        <p:attrNameLst>
                                          <p:attrName>style.visibility</p:attrName>
                                        </p:attrNameLst>
                                      </p:cBhvr>
                                      <p:to>
                                        <p:strVal val="visible"/>
                                      </p:to>
                                    </p:set>
                                    <p:animEffect transition="in" filter="fade">
                                      <p:cBhvr>
                                        <p:cTn id="7" dur="1000"/>
                                        <p:tgtEl>
                                          <p:spTgt spid="60"/>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nodeType="clickEffect">
                                  <p:stCondLst>
                                    <p:cond delay="0"/>
                                  </p:stCondLst>
                                  <p:childTnLst>
                                    <p:set>
                                      <p:cBhvr>
                                        <p:cTn id="11" dur="1" fill="hold">
                                          <p:stCondLst>
                                            <p:cond delay="0"/>
                                          </p:stCondLst>
                                        </p:cTn>
                                        <p:tgtEl>
                                          <p:spTgt spid="64"/>
                                        </p:tgtEl>
                                        <p:attrNameLst>
                                          <p:attrName>style.visibility</p:attrName>
                                        </p:attrNameLst>
                                      </p:cBhvr>
                                      <p:to>
                                        <p:strVal val="visible"/>
                                      </p:to>
                                    </p:se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nodeType="clickEffect">
                                  <p:stCondLst>
                                    <p:cond delay="0"/>
                                  </p:stCondLst>
                                  <p:childTnLst>
                                    <p:set>
                                      <p:cBhvr>
                                        <p:cTn id="15" dur="1" fill="hold">
                                          <p:stCondLst>
                                            <p:cond delay="0"/>
                                          </p:stCondLst>
                                        </p:cTn>
                                        <p:tgtEl>
                                          <p:spTgt spid="58"/>
                                        </p:tgtEl>
                                        <p:attrNameLst>
                                          <p:attrName>style.visibility</p:attrName>
                                        </p:attrNameLst>
                                      </p:cBhvr>
                                      <p:to>
                                        <p:strVal val="visible"/>
                                      </p:to>
                                    </p:set>
                                    <p:animEffect transition="in" filter="fade">
                                      <p:cBhvr>
                                        <p:cTn id="16" dur="1000"/>
                                        <p:tgtEl>
                                          <p:spTgt spid="5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59"/>
                                        </p:tgtEl>
                                        <p:attrNameLst>
                                          <p:attrName>style.visibility</p:attrName>
                                        </p:attrNameLst>
                                      </p:cBhvr>
                                      <p:to>
                                        <p:strVal val="visible"/>
                                      </p:to>
                                    </p:set>
                                    <p:animEffect transition="in" filter="fade">
                                      <p:cBhvr>
                                        <p:cTn id="21" dur="1000"/>
                                        <p:tgtEl>
                                          <p:spTgt spid="59"/>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nodeType="clickEffect">
                                  <p:stCondLst>
                                    <p:cond delay="0"/>
                                  </p:stCondLst>
                                  <p:childTnLst>
                                    <p:set>
                                      <p:cBhvr>
                                        <p:cTn id="25" dur="1" fill="hold">
                                          <p:stCondLst>
                                            <p:cond delay="0"/>
                                          </p:stCondLst>
                                        </p:cTn>
                                        <p:tgtEl>
                                          <p:spTgt spid="63"/>
                                        </p:tgtEl>
                                        <p:attrNameLst>
                                          <p:attrName>style.visibility</p:attrName>
                                        </p:attrNameLst>
                                      </p:cBhvr>
                                      <p:to>
                                        <p:strVal val="visible"/>
                                      </p:to>
                                    </p:set>
                                    <p:animEffect transition="in" filter="fade">
                                      <p:cBhvr>
                                        <p:cTn id="26" dur="1000"/>
                                        <p:tgtEl>
                                          <p:spTgt spid="6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53"/>
        <p:cNvGrpSpPr/>
        <p:nvPr/>
      </p:nvGrpSpPr>
      <p:grpSpPr>
        <a:xfrm>
          <a:off x="0" y="0"/>
          <a:ext cx="0" cy="0"/>
          <a:chOff x="0" y="0"/>
          <a:chExt cx="0" cy="0"/>
        </a:xfrm>
      </p:grpSpPr>
      <p:sp>
        <p:nvSpPr>
          <p:cNvPr id="54" name="Google Shape;54;p3"/>
          <p:cNvSpPr/>
          <p:nvPr/>
        </p:nvSpPr>
        <p:spPr>
          <a:xfrm>
            <a:off x="0" y="0"/>
            <a:ext cx="12192000" cy="6858000"/>
          </a:xfrm>
          <a:prstGeom prst="rect">
            <a:avLst/>
          </a:prstGeom>
          <a:solidFill>
            <a:srgbClr val="383838"/>
          </a:solidFill>
          <a:ln w="12700" cap="flat" cmpd="sng">
            <a:solidFill>
              <a:srgbClr val="42719B"/>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panose="020F0502020204030204"/>
              <a:buNone/>
            </a:pPr>
            <a:endParaRPr sz="1800" b="0" i="0" u="none" strike="noStrike" cap="none">
              <a:solidFill>
                <a:schemeClr val="lt1"/>
              </a:solidFill>
              <a:latin typeface="Calibri" panose="020F0502020204030204"/>
              <a:ea typeface="Calibri" panose="020F0502020204030204"/>
              <a:cs typeface="Calibri" panose="020F0502020204030204"/>
              <a:sym typeface="Calibri" panose="020F0502020204030204"/>
            </a:endParaRPr>
          </a:p>
        </p:txBody>
      </p:sp>
      <p:cxnSp>
        <p:nvCxnSpPr>
          <p:cNvPr id="55" name="Google Shape;55;p3"/>
          <p:cNvCxnSpPr/>
          <p:nvPr/>
        </p:nvCxnSpPr>
        <p:spPr>
          <a:xfrm>
            <a:off x="2122488" y="2667000"/>
            <a:ext cx="6432550" cy="26988"/>
          </a:xfrm>
          <a:prstGeom prst="straightConnector1">
            <a:avLst/>
          </a:prstGeom>
          <a:solidFill>
            <a:srgbClr val="EE6351"/>
          </a:solidFill>
          <a:ln>
            <a:noFill/>
          </a:ln>
        </p:spPr>
      </p:cxnSp>
      <p:cxnSp>
        <p:nvCxnSpPr>
          <p:cNvPr id="56" name="Google Shape;56;p3"/>
          <p:cNvCxnSpPr/>
          <p:nvPr/>
        </p:nvCxnSpPr>
        <p:spPr>
          <a:xfrm>
            <a:off x="2122488" y="4110038"/>
            <a:ext cx="4799013" cy="36513"/>
          </a:xfrm>
          <a:prstGeom prst="straightConnector1">
            <a:avLst/>
          </a:prstGeom>
          <a:solidFill>
            <a:srgbClr val="EE6351"/>
          </a:solidFill>
          <a:ln>
            <a:noFill/>
          </a:ln>
        </p:spPr>
      </p:cxnSp>
      <p:cxnSp>
        <p:nvCxnSpPr>
          <p:cNvPr id="57" name="Google Shape;57;p3"/>
          <p:cNvCxnSpPr/>
          <p:nvPr/>
        </p:nvCxnSpPr>
        <p:spPr>
          <a:xfrm>
            <a:off x="2093913" y="5627688"/>
            <a:ext cx="3194050" cy="1588"/>
          </a:xfrm>
          <a:prstGeom prst="straightConnector1">
            <a:avLst/>
          </a:prstGeom>
          <a:solidFill>
            <a:srgbClr val="EE6351"/>
          </a:solidFill>
          <a:ln>
            <a:noFill/>
          </a:ln>
        </p:spPr>
      </p:cxnSp>
      <p:sp>
        <p:nvSpPr>
          <p:cNvPr id="63" name="Google Shape;63;p3"/>
          <p:cNvSpPr txBox="1"/>
          <p:nvPr/>
        </p:nvSpPr>
        <p:spPr>
          <a:xfrm>
            <a:off x="546735" y="739775"/>
            <a:ext cx="7843520" cy="5492115"/>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DFBB64"/>
              </a:buClr>
              <a:buSzPts val="2400"/>
              <a:buFont typeface="Calibri" panose="020F0502020204030204"/>
              <a:buNone/>
            </a:pPr>
            <a:r>
              <a:rPr lang="en-US" sz="2400" b="0" i="0" u="none" strike="noStrike" cap="none" dirty="0">
                <a:solidFill>
                  <a:srgbClr val="DFBB64"/>
                </a:solidFill>
                <a:latin typeface="Calibri" panose="020F0502020204030204"/>
                <a:ea typeface="Calibri" panose="020F0502020204030204"/>
                <a:cs typeface="Calibri" panose="020F0502020204030204"/>
                <a:sym typeface="Calibri" panose="020F0502020204030204"/>
              </a:rPr>
              <a:t>Inside Class there are 4 types of attributes:</a:t>
            </a:r>
            <a:endParaRPr sz="2400" b="0" i="0" u="none" strike="noStrike" cap="none" dirty="0">
              <a:solidFill>
                <a:srgbClr val="DFBB64"/>
              </a:solidFill>
              <a:latin typeface="Calibri" panose="020F0502020204030204"/>
              <a:ea typeface="Calibri" panose="020F0502020204030204"/>
              <a:cs typeface="Calibri" panose="020F0502020204030204"/>
              <a:sym typeface="Calibri" panose="020F0502020204030204"/>
            </a:endParaRPr>
          </a:p>
          <a:p>
            <a:pPr marL="0" marR="0" lvl="0" indent="0" algn="l" rtl="0">
              <a:lnSpc>
                <a:spcPct val="100000"/>
              </a:lnSpc>
              <a:spcBef>
                <a:spcPts val="0"/>
              </a:spcBef>
              <a:spcAft>
                <a:spcPts val="0"/>
              </a:spcAft>
              <a:buClr>
                <a:schemeClr val="dk1"/>
              </a:buClr>
              <a:buSzPts val="2400"/>
              <a:buFont typeface="Calibri" panose="020F0502020204030204"/>
              <a:buNone/>
            </a:pPr>
            <a:endParaRPr sz="2400" b="0" i="0" u="none" strike="noStrike" cap="none" dirty="0">
              <a:solidFill>
                <a:srgbClr val="DFBB64"/>
              </a:solidFill>
              <a:latin typeface="Calibri" panose="020F0502020204030204"/>
              <a:ea typeface="Calibri" panose="020F0502020204030204"/>
              <a:cs typeface="Calibri" panose="020F0502020204030204"/>
              <a:sym typeface="Calibri" panose="020F0502020204030204"/>
            </a:endParaRPr>
          </a:p>
          <a:p>
            <a:pPr marL="457200" marR="0" lvl="0" indent="-457200" algn="l" rtl="0">
              <a:lnSpc>
                <a:spcPct val="100000"/>
              </a:lnSpc>
              <a:spcBef>
                <a:spcPts val="0"/>
              </a:spcBef>
              <a:spcAft>
                <a:spcPts val="0"/>
              </a:spcAft>
              <a:buClr>
                <a:srgbClr val="DFBB64"/>
              </a:buClr>
              <a:buSzPts val="2400"/>
              <a:buFont typeface="Arial" panose="020B0604020202020204"/>
              <a:buChar char="•"/>
            </a:pPr>
            <a:r>
              <a:rPr lang="en-US" sz="2400" b="0" i="0" u="none" strike="noStrike" cap="none" dirty="0">
                <a:solidFill>
                  <a:srgbClr val="DFBB64"/>
                </a:solidFill>
                <a:latin typeface="Calibri" panose="020F0502020204030204"/>
                <a:ea typeface="Calibri" panose="020F0502020204030204"/>
                <a:cs typeface="Calibri" panose="020F0502020204030204"/>
                <a:sym typeface="Calibri" panose="020F0502020204030204"/>
              </a:rPr>
              <a:t>fields</a:t>
            </a:r>
            <a:r>
              <a:rPr lang="en-IN" altLang="en-US" sz="2400" b="0" i="0" u="none" strike="noStrike" cap="none" dirty="0">
                <a:solidFill>
                  <a:srgbClr val="DFBB64"/>
                </a:solidFill>
                <a:latin typeface="Calibri" panose="020F0502020204030204"/>
                <a:ea typeface="Calibri" panose="020F0502020204030204"/>
                <a:cs typeface="Calibri" panose="020F0502020204030204"/>
                <a:sym typeface="Calibri" panose="020F0502020204030204"/>
              </a:rPr>
              <a:t> : Fields are variables that store data for objects.</a:t>
            </a:r>
          </a:p>
          <a:p>
            <a:pPr marL="0" marR="0" lvl="0" indent="0" algn="l" rtl="0">
              <a:lnSpc>
                <a:spcPct val="100000"/>
              </a:lnSpc>
              <a:spcBef>
                <a:spcPts val="0"/>
              </a:spcBef>
              <a:spcAft>
                <a:spcPts val="0"/>
              </a:spcAft>
              <a:buClr>
                <a:srgbClr val="DFBB64"/>
              </a:buClr>
              <a:buSzPts val="2400"/>
              <a:buFont typeface="Arial" panose="020B0604020202020204"/>
              <a:buNone/>
            </a:pPr>
            <a:endParaRPr lang="en-IN" altLang="en-US" sz="2400" b="0" i="0" u="none" strike="noStrike" cap="none" dirty="0">
              <a:solidFill>
                <a:srgbClr val="DFBB64"/>
              </a:solidFill>
              <a:latin typeface="Calibri" panose="020F0502020204030204"/>
              <a:ea typeface="Calibri" panose="020F0502020204030204"/>
              <a:cs typeface="Calibri" panose="020F0502020204030204"/>
              <a:sym typeface="Calibri" panose="020F0502020204030204"/>
            </a:endParaRPr>
          </a:p>
          <a:p>
            <a:pPr marL="457200" marR="0" lvl="0" indent="-457200" algn="l" rtl="0">
              <a:lnSpc>
                <a:spcPct val="100000"/>
              </a:lnSpc>
              <a:spcBef>
                <a:spcPts val="0"/>
              </a:spcBef>
              <a:spcAft>
                <a:spcPts val="0"/>
              </a:spcAft>
              <a:buClr>
                <a:srgbClr val="DFBB64"/>
              </a:buClr>
              <a:buSzPts val="2400"/>
              <a:buFont typeface="Arial" panose="020B0604020202020204"/>
              <a:buChar char="•"/>
            </a:pPr>
            <a:r>
              <a:rPr lang="en-US" sz="2400" b="0" i="0" u="none" strike="noStrike" cap="none" dirty="0">
                <a:solidFill>
                  <a:srgbClr val="DFBB64"/>
                </a:solidFill>
                <a:latin typeface="Calibri" panose="020F0502020204030204"/>
                <a:ea typeface="Calibri" panose="020F0502020204030204"/>
                <a:cs typeface="Calibri" panose="020F0502020204030204"/>
                <a:sym typeface="Calibri" panose="020F0502020204030204"/>
              </a:rPr>
              <a:t>getters/setters</a:t>
            </a:r>
            <a:r>
              <a:rPr lang="en-IN" altLang="en-US" sz="2400" b="0" i="0" u="none" strike="noStrike" cap="none" dirty="0">
                <a:solidFill>
                  <a:srgbClr val="DFBB64"/>
                </a:solidFill>
                <a:latin typeface="Calibri" panose="020F0502020204030204"/>
                <a:ea typeface="Calibri" panose="020F0502020204030204"/>
                <a:cs typeface="Calibri" panose="020F0502020204030204"/>
                <a:sym typeface="Calibri" panose="020F0502020204030204"/>
              </a:rPr>
              <a:t> :getters are methods that retrieve the value of a property, while setters are methods that update the value of a property, helping to control access to class fields.</a:t>
            </a:r>
          </a:p>
          <a:p>
            <a:pPr marL="0" marR="0" lvl="0" indent="0" algn="l" rtl="0">
              <a:lnSpc>
                <a:spcPct val="100000"/>
              </a:lnSpc>
              <a:spcBef>
                <a:spcPts val="0"/>
              </a:spcBef>
              <a:spcAft>
                <a:spcPts val="0"/>
              </a:spcAft>
              <a:buClr>
                <a:srgbClr val="DFBB64"/>
              </a:buClr>
              <a:buSzPts val="2400"/>
              <a:buFont typeface="Arial" panose="020B0604020202020204"/>
              <a:buNone/>
            </a:pPr>
            <a:r>
              <a:rPr lang="en-IN" sz="2400" b="0" i="0" u="none" strike="noStrike" cap="none" dirty="0">
                <a:solidFill>
                  <a:srgbClr val="DFBB64"/>
                </a:solidFill>
                <a:latin typeface="Calibri" panose="020F0502020204030204"/>
                <a:ea typeface="Calibri" panose="020F0502020204030204"/>
                <a:cs typeface="Calibri" panose="020F0502020204030204"/>
                <a:sym typeface="Calibri" panose="020F0502020204030204"/>
              </a:rPr>
              <a:t>            </a:t>
            </a:r>
            <a:endParaRPr sz="2400" b="0" i="0" u="none" strike="noStrike" cap="none" dirty="0">
              <a:solidFill>
                <a:srgbClr val="DFBB64"/>
              </a:solidFill>
              <a:latin typeface="Calibri" panose="020F0502020204030204"/>
              <a:ea typeface="Calibri" panose="020F0502020204030204"/>
              <a:cs typeface="Calibri" panose="020F0502020204030204"/>
              <a:sym typeface="Calibri" panose="020F0502020204030204"/>
            </a:endParaRPr>
          </a:p>
          <a:p>
            <a:pPr marL="457200" marR="0" lvl="0" indent="-457200" algn="l" rtl="0">
              <a:lnSpc>
                <a:spcPct val="100000"/>
              </a:lnSpc>
              <a:spcBef>
                <a:spcPts val="0"/>
              </a:spcBef>
              <a:spcAft>
                <a:spcPts val="0"/>
              </a:spcAft>
              <a:buClr>
                <a:srgbClr val="DFBB64"/>
              </a:buClr>
              <a:buSzPts val="2400"/>
              <a:buFont typeface="Arial" panose="020B0604020202020204"/>
              <a:buChar char="•"/>
            </a:pPr>
            <a:r>
              <a:rPr lang="en-US" sz="2400" b="0" i="0" u="none" strike="noStrike" cap="none" dirty="0">
                <a:solidFill>
                  <a:srgbClr val="DFBB64"/>
                </a:solidFill>
                <a:latin typeface="Calibri" panose="020F0502020204030204"/>
                <a:ea typeface="Calibri" panose="020F0502020204030204"/>
                <a:cs typeface="Calibri" panose="020F0502020204030204"/>
                <a:sym typeface="Calibri" panose="020F0502020204030204"/>
              </a:rPr>
              <a:t>Constructors</a:t>
            </a:r>
            <a:r>
              <a:rPr lang="en-IN" altLang="en-US" sz="2400" b="0" i="0" u="none" strike="noStrike" cap="none" dirty="0">
                <a:solidFill>
                  <a:srgbClr val="DFBB64"/>
                </a:solidFill>
                <a:latin typeface="Calibri" panose="020F0502020204030204"/>
                <a:ea typeface="Calibri" panose="020F0502020204030204"/>
                <a:cs typeface="Calibri" panose="020F0502020204030204"/>
                <a:sym typeface="Calibri" panose="020F0502020204030204"/>
              </a:rPr>
              <a:t> :Constructors are special functions that create instances of classes.</a:t>
            </a:r>
          </a:p>
          <a:p>
            <a:pPr marL="0" marR="0" lvl="0" indent="0" algn="l" rtl="0">
              <a:lnSpc>
                <a:spcPct val="100000"/>
              </a:lnSpc>
              <a:spcBef>
                <a:spcPts val="0"/>
              </a:spcBef>
              <a:spcAft>
                <a:spcPts val="0"/>
              </a:spcAft>
              <a:buClr>
                <a:srgbClr val="DFBB64"/>
              </a:buClr>
              <a:buSzPts val="2400"/>
              <a:buFont typeface="Arial" panose="020B0604020202020204"/>
              <a:buNone/>
            </a:pPr>
            <a:endParaRPr sz="2400" b="0" i="0" u="none" strike="noStrike" cap="none" dirty="0">
              <a:solidFill>
                <a:srgbClr val="DFBB64"/>
              </a:solidFill>
              <a:latin typeface="Calibri" panose="020F0502020204030204"/>
              <a:ea typeface="Calibri" panose="020F0502020204030204"/>
              <a:cs typeface="Calibri" panose="020F0502020204030204"/>
              <a:sym typeface="Calibri" panose="020F0502020204030204"/>
            </a:endParaRPr>
          </a:p>
          <a:p>
            <a:pPr marL="457200" marR="0" lvl="0" indent="-457200" algn="l" rtl="0">
              <a:lnSpc>
                <a:spcPct val="100000"/>
              </a:lnSpc>
              <a:spcBef>
                <a:spcPts val="0"/>
              </a:spcBef>
              <a:spcAft>
                <a:spcPts val="0"/>
              </a:spcAft>
              <a:buClr>
                <a:srgbClr val="DFBB64"/>
              </a:buClr>
              <a:buSzPts val="2400"/>
              <a:buFont typeface="Arial" panose="020B0604020202020204"/>
              <a:buChar char="•"/>
            </a:pPr>
            <a:r>
              <a:rPr lang="en-US" sz="2400" b="0" i="0" u="none" strike="noStrike" cap="none" dirty="0">
                <a:solidFill>
                  <a:srgbClr val="DFBB64"/>
                </a:solidFill>
                <a:latin typeface="Calibri" panose="020F0502020204030204"/>
                <a:ea typeface="Calibri" panose="020F0502020204030204"/>
                <a:cs typeface="Calibri" panose="020F0502020204030204"/>
                <a:sym typeface="Calibri" panose="020F0502020204030204"/>
              </a:rPr>
              <a:t>functions </a:t>
            </a:r>
            <a:r>
              <a:rPr lang="en-IN" altLang="en-US" sz="2400" b="0" i="0" u="none" strike="noStrike" cap="none" dirty="0">
                <a:solidFill>
                  <a:srgbClr val="DFBB64"/>
                </a:solidFill>
                <a:latin typeface="Calibri" panose="020F0502020204030204"/>
                <a:ea typeface="Calibri" panose="020F0502020204030204"/>
                <a:cs typeface="Calibri" panose="020F0502020204030204"/>
                <a:sym typeface="Calibri" panose="020F0502020204030204"/>
              </a:rPr>
              <a:t>:Functions refers to the action an object can take. It can also be called as methods.</a:t>
            </a:r>
          </a:p>
          <a:p>
            <a:pPr marL="457200" marR="0" lvl="0" indent="-457200" algn="l" rtl="0">
              <a:lnSpc>
                <a:spcPct val="100000"/>
              </a:lnSpc>
              <a:spcBef>
                <a:spcPts val="0"/>
              </a:spcBef>
              <a:spcAft>
                <a:spcPts val="0"/>
              </a:spcAft>
              <a:buClr>
                <a:srgbClr val="DFBB64"/>
              </a:buClr>
              <a:buSzPts val="2400"/>
              <a:buFont typeface="Arial" panose="020B0604020202020204"/>
              <a:buChar char="•"/>
            </a:pPr>
            <a:endParaRPr lang="en-IN" altLang="en-US" sz="2400" b="0" i="0" u="none" strike="noStrike" cap="none" dirty="0">
              <a:solidFill>
                <a:srgbClr val="DFBB64"/>
              </a:solidFill>
              <a:latin typeface="Calibri" panose="020F0502020204030204"/>
              <a:ea typeface="Calibri" panose="020F0502020204030204"/>
              <a:cs typeface="Calibri" panose="020F0502020204030204"/>
              <a:sym typeface="Calibri" panose="020F0502020204030204"/>
            </a:endParaRPr>
          </a:p>
        </p:txBody>
      </p:sp>
      <p:sp>
        <p:nvSpPr>
          <p:cNvPr id="3" name="Rectangles 2"/>
          <p:cNvSpPr/>
          <p:nvPr/>
        </p:nvSpPr>
        <p:spPr>
          <a:xfrm>
            <a:off x="8389620" y="2409825"/>
            <a:ext cx="3234690" cy="3436620"/>
          </a:xfrm>
          <a:prstGeom prst="rect">
            <a:avLst/>
          </a:prstGeom>
          <a:solidFill>
            <a:schemeClr val="tx2"/>
          </a:solidFill>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en-US"/>
          </a:p>
        </p:txBody>
      </p:sp>
      <p:sp>
        <p:nvSpPr>
          <p:cNvPr id="2" name="Text Box 1"/>
          <p:cNvSpPr txBox="1"/>
          <p:nvPr/>
        </p:nvSpPr>
        <p:spPr>
          <a:xfrm>
            <a:off x="8482330" y="2553335"/>
            <a:ext cx="3046095" cy="3291840"/>
          </a:xfrm>
          <a:prstGeom prst="rect">
            <a:avLst/>
          </a:prstGeom>
          <a:noFill/>
        </p:spPr>
        <p:txBody>
          <a:bodyPr wrap="square" rtlCol="0">
            <a:spAutoFit/>
          </a:bodyPr>
          <a:lstStyle/>
          <a:p>
            <a:r>
              <a:rPr lang="en-IN" altLang="en-US" sz="1600"/>
              <a:t>class Student{</a:t>
            </a:r>
          </a:p>
          <a:p>
            <a:endParaRPr lang="en-IN" altLang="en-US" sz="1600"/>
          </a:p>
          <a:p>
            <a:r>
              <a:rPr lang="en-IN" altLang="en-US" sz="1600">
                <a:solidFill>
                  <a:schemeClr val="accent2"/>
                </a:solidFill>
              </a:rPr>
              <a:t>    // field</a:t>
            </a:r>
          </a:p>
          <a:p>
            <a:r>
              <a:rPr lang="en-IN" altLang="en-US" sz="1600"/>
              <a:t>  String name =”Name”;</a:t>
            </a:r>
          </a:p>
          <a:p>
            <a:endParaRPr lang="en-IN" altLang="en-US" sz="1600"/>
          </a:p>
          <a:p>
            <a:r>
              <a:rPr lang="en-IN" altLang="en-US" sz="1600">
                <a:solidFill>
                  <a:schemeClr val="accent2"/>
                </a:solidFill>
              </a:rPr>
              <a:t>   //function</a:t>
            </a:r>
          </a:p>
          <a:p>
            <a:r>
              <a:rPr lang="en-IN" altLang="en-US" sz="1600"/>
              <a:t>   void detail(){</a:t>
            </a:r>
          </a:p>
          <a:p>
            <a:endParaRPr lang="en-IN" altLang="en-US" sz="1600"/>
          </a:p>
          <a:p>
            <a:r>
              <a:rPr lang="en-IN" altLang="en-US" sz="1600"/>
              <a:t>    print(name);</a:t>
            </a:r>
          </a:p>
          <a:p>
            <a:endParaRPr lang="en-IN" altLang="en-US" sz="1600"/>
          </a:p>
          <a:p>
            <a:r>
              <a:rPr lang="en-IN" altLang="en-US" sz="1600"/>
              <a:t>}</a:t>
            </a:r>
          </a:p>
          <a:p>
            <a:endParaRPr lang="en-IN" altLang="en-US" sz="1600"/>
          </a:p>
          <a:p>
            <a:r>
              <a:rPr lang="en-IN" altLang="en-US" sz="1600"/>
              <a:t>}</a:t>
            </a:r>
          </a:p>
        </p:txBody>
      </p:sp>
      <p:pic>
        <p:nvPicPr>
          <p:cNvPr id="5" name="Google Shape;65;p3" descr="Aitrich Logo_Artboard 4"/>
          <p:cNvPicPr preferRelativeResize="0"/>
          <p:nvPr/>
        </p:nvPicPr>
        <p:blipFill rotWithShape="1">
          <a:blip r:embed="rId3"/>
          <a:srcRect/>
          <a:stretch>
            <a:fillRect/>
          </a:stretch>
        </p:blipFill>
        <p:spPr>
          <a:xfrm>
            <a:off x="74295" y="-90170"/>
            <a:ext cx="1275715" cy="956945"/>
          </a:xfrm>
          <a:prstGeom prst="rect">
            <a:avLst/>
          </a:prstGeom>
          <a:noFill/>
          <a:ln>
            <a:noFill/>
          </a:ln>
        </p:spPr>
      </p:pic>
    </p:spTree>
  </p:cSld>
  <p:clrMapOvr>
    <a:masterClrMapping/>
  </p:clrMapOvr>
  <mc:AlternateContent xmlns:mc="http://schemas.openxmlformats.org/markup-compatibility/2006" xmlns:p14="http://schemas.microsoft.com/office/powerpoint/2010/main">
    <mc:Choice Requires="p14">
      <p:transition spd="slow" p14:dur="1500">
        <p:split orient="vert" dir="in"/>
      </p:transition>
    </mc:Choice>
    <mc:Fallback xmlns="">
      <p:transition spd="slow">
        <p:split orient="vert" dir="in"/>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3"/>
                                        </p:tgtEl>
                                        <p:attrNameLst>
                                          <p:attrName>style.visibility</p:attrName>
                                        </p:attrNameLst>
                                      </p:cBhvr>
                                      <p:to>
                                        <p:strVal val="visible"/>
                                      </p:to>
                                    </p:set>
                                    <p:animEffect transition="in" filter="fade">
                                      <p:cBhvr>
                                        <p:cTn id="7" dur="1000"/>
                                        <p:tgtEl>
                                          <p:spTgt spid="6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69"/>
        <p:cNvGrpSpPr/>
        <p:nvPr/>
      </p:nvGrpSpPr>
      <p:grpSpPr>
        <a:xfrm>
          <a:off x="0" y="0"/>
          <a:ext cx="0" cy="0"/>
          <a:chOff x="0" y="0"/>
          <a:chExt cx="0" cy="0"/>
        </a:xfrm>
      </p:grpSpPr>
      <p:sp>
        <p:nvSpPr>
          <p:cNvPr id="70" name="Google Shape;70;p4"/>
          <p:cNvSpPr/>
          <p:nvPr/>
        </p:nvSpPr>
        <p:spPr>
          <a:xfrm>
            <a:off x="0" y="0"/>
            <a:ext cx="12192000" cy="6858000"/>
          </a:xfrm>
          <a:prstGeom prst="rect">
            <a:avLst/>
          </a:prstGeom>
          <a:solidFill>
            <a:srgbClr val="383838"/>
          </a:solidFill>
          <a:ln w="12700" cap="flat" cmpd="sng">
            <a:solidFill>
              <a:srgbClr val="42719B"/>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panose="020F0502020204030204"/>
              <a:buNone/>
            </a:pPr>
            <a:endParaRPr sz="1800" b="0" i="0" u="none" strike="noStrike" cap="none">
              <a:solidFill>
                <a:schemeClr val="lt1"/>
              </a:solidFill>
              <a:latin typeface="Calibri" panose="020F0502020204030204"/>
              <a:ea typeface="Calibri" panose="020F0502020204030204"/>
              <a:cs typeface="Calibri" panose="020F0502020204030204"/>
              <a:sym typeface="Calibri" panose="020F0502020204030204"/>
            </a:endParaRPr>
          </a:p>
        </p:txBody>
      </p:sp>
      <p:cxnSp>
        <p:nvCxnSpPr>
          <p:cNvPr id="71" name="Google Shape;71;p4"/>
          <p:cNvCxnSpPr/>
          <p:nvPr/>
        </p:nvCxnSpPr>
        <p:spPr>
          <a:xfrm>
            <a:off x="2122488" y="2667000"/>
            <a:ext cx="6432550" cy="26988"/>
          </a:xfrm>
          <a:prstGeom prst="straightConnector1">
            <a:avLst/>
          </a:prstGeom>
          <a:solidFill>
            <a:srgbClr val="EE6351"/>
          </a:solidFill>
          <a:ln>
            <a:noFill/>
          </a:ln>
        </p:spPr>
      </p:cxnSp>
      <p:cxnSp>
        <p:nvCxnSpPr>
          <p:cNvPr id="72" name="Google Shape;72;p4"/>
          <p:cNvCxnSpPr/>
          <p:nvPr/>
        </p:nvCxnSpPr>
        <p:spPr>
          <a:xfrm>
            <a:off x="2122488" y="4110038"/>
            <a:ext cx="4799013" cy="36513"/>
          </a:xfrm>
          <a:prstGeom prst="straightConnector1">
            <a:avLst/>
          </a:prstGeom>
          <a:solidFill>
            <a:srgbClr val="EE6351"/>
          </a:solidFill>
          <a:ln>
            <a:noFill/>
          </a:ln>
        </p:spPr>
      </p:cxnSp>
      <p:cxnSp>
        <p:nvCxnSpPr>
          <p:cNvPr id="73" name="Google Shape;73;p4"/>
          <p:cNvCxnSpPr/>
          <p:nvPr/>
        </p:nvCxnSpPr>
        <p:spPr>
          <a:xfrm>
            <a:off x="2093913" y="5627688"/>
            <a:ext cx="3194050" cy="1588"/>
          </a:xfrm>
          <a:prstGeom prst="straightConnector1">
            <a:avLst/>
          </a:prstGeom>
          <a:solidFill>
            <a:srgbClr val="EE6351"/>
          </a:solidFill>
          <a:ln>
            <a:noFill/>
          </a:ln>
        </p:spPr>
      </p:cxnSp>
      <p:sp>
        <p:nvSpPr>
          <p:cNvPr id="74" name="Google Shape;74;p4"/>
          <p:cNvSpPr txBox="1"/>
          <p:nvPr/>
        </p:nvSpPr>
        <p:spPr>
          <a:xfrm>
            <a:off x="304165" y="2842260"/>
            <a:ext cx="6104890" cy="3557905"/>
          </a:xfrm>
          <a:prstGeom prst="rect">
            <a:avLst/>
          </a:prstGeom>
          <a:noFill/>
          <a:ln>
            <a:solidFill>
              <a:schemeClr val="tx2"/>
            </a:solid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DFBB64"/>
              </a:buClr>
              <a:buSzPts val="2400"/>
              <a:buFont typeface="Calibri" panose="020F0502020204030204"/>
              <a:buNone/>
            </a:pPr>
            <a:r>
              <a:rPr lang="en-IN" altLang="en-US" sz="2400" b="0" i="0" u="none" strike="noStrike" cap="none">
                <a:solidFill>
                  <a:srgbClr val="DFBB64"/>
                </a:solidFill>
                <a:latin typeface="Calibri" panose="020F0502020204030204"/>
                <a:ea typeface="Calibri" panose="020F0502020204030204"/>
                <a:cs typeface="Calibri" panose="020F0502020204030204"/>
                <a:sym typeface="Calibri" panose="020F0502020204030204"/>
              </a:rPr>
              <a:t>Eg:</a:t>
            </a:r>
            <a:endParaRPr lang="en-US" sz="2400" b="0" i="0" u="none" strike="noStrike" cap="none">
              <a:solidFill>
                <a:srgbClr val="DFBB64"/>
              </a:solidFill>
              <a:latin typeface="Calibri" panose="020F0502020204030204"/>
              <a:ea typeface="Calibri" panose="020F0502020204030204"/>
              <a:cs typeface="Calibri" panose="020F0502020204030204"/>
              <a:sym typeface="Calibri" panose="020F0502020204030204"/>
            </a:endParaRPr>
          </a:p>
          <a:p>
            <a:pPr marL="0" marR="0" lvl="0" indent="0" algn="l" rtl="0">
              <a:lnSpc>
                <a:spcPct val="100000"/>
              </a:lnSpc>
              <a:spcBef>
                <a:spcPts val="0"/>
              </a:spcBef>
              <a:spcAft>
                <a:spcPts val="0"/>
              </a:spcAft>
              <a:buClr>
                <a:srgbClr val="DFBB64"/>
              </a:buClr>
              <a:buSzPts val="2400"/>
              <a:buFont typeface="Calibri" panose="020F0502020204030204"/>
              <a:buNone/>
            </a:pPr>
            <a:r>
              <a:rPr lang="en-US" sz="2400" b="0" i="0" u="none" strike="noStrike" cap="none">
                <a:solidFill>
                  <a:srgbClr val="DFBB64"/>
                </a:solidFill>
                <a:latin typeface="Calibri" panose="020F0502020204030204"/>
                <a:ea typeface="Calibri" panose="020F0502020204030204"/>
                <a:cs typeface="Calibri" panose="020F0502020204030204"/>
                <a:sym typeface="Calibri" panose="020F0502020204030204"/>
              </a:rPr>
              <a:t>Here we created a class with one field(str) and one function (print_str)</a:t>
            </a:r>
            <a:endParaRPr sz="2400" b="0" i="0" u="none" strike="noStrike" cap="none">
              <a:solidFill>
                <a:srgbClr val="DFBB64"/>
              </a:solidFill>
              <a:latin typeface="Calibri" panose="020F0502020204030204"/>
              <a:ea typeface="Calibri" panose="020F0502020204030204"/>
              <a:cs typeface="Calibri" panose="020F0502020204030204"/>
              <a:sym typeface="Calibri" panose="020F0502020204030204"/>
            </a:endParaRPr>
          </a:p>
          <a:p>
            <a:pPr marL="0" marR="0" lvl="0" indent="0" algn="l" rtl="0">
              <a:lnSpc>
                <a:spcPct val="100000"/>
              </a:lnSpc>
              <a:spcBef>
                <a:spcPts val="0"/>
              </a:spcBef>
              <a:spcAft>
                <a:spcPts val="0"/>
              </a:spcAft>
              <a:buClr>
                <a:schemeClr val="dk1"/>
              </a:buClr>
              <a:buSzPts val="2400"/>
              <a:buFont typeface="Calibri" panose="020F0502020204030204"/>
              <a:buNone/>
            </a:pPr>
            <a:endParaRPr sz="2400" b="0" i="0" u="none" strike="noStrike" cap="none">
              <a:solidFill>
                <a:srgbClr val="DFBB64"/>
              </a:solidFill>
              <a:latin typeface="Calibri" panose="020F0502020204030204"/>
              <a:ea typeface="Calibri" panose="020F0502020204030204"/>
              <a:cs typeface="Calibri" panose="020F0502020204030204"/>
              <a:sym typeface="Calibri" panose="020F0502020204030204"/>
            </a:endParaRPr>
          </a:p>
          <a:p>
            <a:pPr marL="0" marR="0" lvl="0" indent="0" algn="l" rtl="0">
              <a:lnSpc>
                <a:spcPct val="100000"/>
              </a:lnSpc>
              <a:spcBef>
                <a:spcPts val="0"/>
              </a:spcBef>
              <a:spcAft>
                <a:spcPts val="0"/>
              </a:spcAft>
              <a:buClr>
                <a:srgbClr val="DFBB64"/>
              </a:buClr>
              <a:buSzPts val="2400"/>
              <a:buFont typeface="Calibri" panose="020F0502020204030204"/>
              <a:buNone/>
            </a:pPr>
            <a:r>
              <a:rPr lang="en-US" sz="2400" b="0" i="0" u="none" strike="noStrike" cap="none">
                <a:solidFill>
                  <a:srgbClr val="DFBB64"/>
                </a:solidFill>
                <a:latin typeface="Calibri" panose="020F0502020204030204"/>
                <a:ea typeface="Calibri" panose="020F0502020204030204"/>
                <a:cs typeface="Calibri" panose="020F0502020204030204"/>
                <a:sym typeface="Calibri" panose="020F0502020204030204"/>
              </a:rPr>
              <a:t>On main method we declared a variable(obj) with value equal to that class name</a:t>
            </a:r>
            <a:endParaRPr sz="2400" b="0" i="0" u="none" strike="noStrike" cap="none">
              <a:solidFill>
                <a:srgbClr val="DFBB64"/>
              </a:solidFill>
              <a:latin typeface="Calibri" panose="020F0502020204030204"/>
              <a:ea typeface="Calibri" panose="020F0502020204030204"/>
              <a:cs typeface="Calibri" panose="020F0502020204030204"/>
              <a:sym typeface="Calibri" panose="020F0502020204030204"/>
            </a:endParaRPr>
          </a:p>
          <a:p>
            <a:pPr marL="0" marR="0" lvl="0" indent="0" algn="l" rtl="0">
              <a:lnSpc>
                <a:spcPct val="100000"/>
              </a:lnSpc>
              <a:spcBef>
                <a:spcPts val="0"/>
              </a:spcBef>
              <a:spcAft>
                <a:spcPts val="0"/>
              </a:spcAft>
              <a:buClr>
                <a:schemeClr val="dk1"/>
              </a:buClr>
              <a:buSzPts val="2400"/>
              <a:buFont typeface="Calibri" panose="020F0502020204030204"/>
              <a:buNone/>
            </a:pPr>
            <a:endParaRPr sz="2400" b="0" i="0" u="none" strike="noStrike" cap="none">
              <a:solidFill>
                <a:srgbClr val="DFBB64"/>
              </a:solidFill>
              <a:latin typeface="Calibri" panose="020F0502020204030204"/>
              <a:ea typeface="Calibri" panose="020F0502020204030204"/>
              <a:cs typeface="Calibri" panose="020F0502020204030204"/>
              <a:sym typeface="Calibri" panose="020F0502020204030204"/>
            </a:endParaRPr>
          </a:p>
          <a:p>
            <a:pPr marL="0" marR="0" lvl="0" indent="0" algn="l" rtl="0">
              <a:lnSpc>
                <a:spcPct val="100000"/>
              </a:lnSpc>
              <a:spcBef>
                <a:spcPts val="0"/>
              </a:spcBef>
              <a:spcAft>
                <a:spcPts val="0"/>
              </a:spcAft>
              <a:buClr>
                <a:srgbClr val="DFBB64"/>
              </a:buClr>
              <a:buSzPts val="2400"/>
              <a:buFont typeface="Calibri" panose="020F0502020204030204"/>
              <a:buNone/>
            </a:pPr>
            <a:r>
              <a:rPr lang="en-US" sz="2400" b="0" i="0" u="none" strike="noStrike" cap="none">
                <a:solidFill>
                  <a:srgbClr val="DFBB64"/>
                </a:solidFill>
                <a:latin typeface="Calibri" panose="020F0502020204030204"/>
                <a:ea typeface="Calibri" panose="020F0502020204030204"/>
                <a:cs typeface="Calibri" panose="020F0502020204030204"/>
                <a:sym typeface="Calibri" panose="020F0502020204030204"/>
              </a:rPr>
              <a:t>And we accessed that class field and function through that variable.</a:t>
            </a:r>
            <a:endParaRPr sz="2400" b="0" i="0" u="none" strike="noStrike" cap="none">
              <a:solidFill>
                <a:srgbClr val="DFBB64"/>
              </a:solidFill>
              <a:latin typeface="Calibri" panose="020F0502020204030204"/>
              <a:ea typeface="Calibri" panose="020F0502020204030204"/>
              <a:cs typeface="Calibri" panose="020F0502020204030204"/>
              <a:sym typeface="Calibri" panose="020F0502020204030204"/>
            </a:endParaRPr>
          </a:p>
        </p:txBody>
      </p:sp>
      <p:sp>
        <p:nvSpPr>
          <p:cNvPr id="75" name="Google Shape;75;p4"/>
          <p:cNvSpPr/>
          <p:nvPr/>
        </p:nvSpPr>
        <p:spPr>
          <a:xfrm>
            <a:off x="916940" y="417830"/>
            <a:ext cx="11064240" cy="975995"/>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lt1"/>
              </a:buClr>
              <a:buSzPts val="4000"/>
              <a:buFont typeface="Arial" panose="020B0604020202020204"/>
              <a:buNone/>
            </a:pPr>
            <a:r>
              <a:rPr lang="en-US" sz="4000" b="0" i="0" u="none" strike="noStrike" cap="none">
                <a:solidFill>
                  <a:schemeClr val="lt1"/>
                </a:solidFill>
                <a:latin typeface="Arial" panose="020B0604020202020204"/>
                <a:ea typeface="Arial" panose="020B0604020202020204"/>
                <a:cs typeface="Arial" panose="020B0604020202020204"/>
                <a:sym typeface="Arial" panose="020B0604020202020204"/>
              </a:rPr>
              <a:t>Object</a:t>
            </a:r>
            <a:endParaRPr sz="4000" b="0" i="0" u="none" strike="noStrike" cap="none">
              <a:solidFill>
                <a:schemeClr val="lt1"/>
              </a:solidFill>
              <a:latin typeface="Arial" panose="020B0604020202020204"/>
              <a:ea typeface="Arial" panose="020B0604020202020204"/>
              <a:cs typeface="Arial" panose="020B0604020202020204"/>
              <a:sym typeface="Arial" panose="020B0604020202020204"/>
            </a:endParaRPr>
          </a:p>
        </p:txBody>
      </p:sp>
      <p:sp>
        <p:nvSpPr>
          <p:cNvPr id="76" name="Google Shape;76;p4"/>
          <p:cNvSpPr/>
          <p:nvPr/>
        </p:nvSpPr>
        <p:spPr>
          <a:xfrm rot="4705673">
            <a:off x="673100" y="723900"/>
            <a:ext cx="223838" cy="223838"/>
          </a:xfrm>
          <a:prstGeom prst="rtTriangl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panose="020F0502020204030204"/>
              <a:buNone/>
            </a:pPr>
            <a:endParaRPr sz="1800" b="0" i="0" u="none" strike="noStrike" cap="none">
              <a:solidFill>
                <a:schemeClr val="lt1"/>
              </a:solidFill>
              <a:latin typeface="Calibri" panose="020F0502020204030204"/>
              <a:ea typeface="Calibri" panose="020F0502020204030204"/>
              <a:cs typeface="Calibri" panose="020F0502020204030204"/>
              <a:sym typeface="Calibri" panose="020F0502020204030204"/>
            </a:endParaRPr>
          </a:p>
        </p:txBody>
      </p:sp>
      <p:sp>
        <p:nvSpPr>
          <p:cNvPr id="77" name="Google Shape;77;p4"/>
          <p:cNvSpPr/>
          <p:nvPr/>
        </p:nvSpPr>
        <p:spPr>
          <a:xfrm rot="-10558151">
            <a:off x="693738" y="677863"/>
            <a:ext cx="182563" cy="182563"/>
          </a:xfrm>
          <a:prstGeom prst="rtTriangle">
            <a:avLst/>
          </a:prstGeom>
          <a:solidFill>
            <a:schemeClr val="lt1">
              <a:alpha val="40000"/>
            </a:schemeClr>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panose="020F0502020204030204"/>
              <a:buNone/>
            </a:pPr>
            <a:endParaRPr sz="1800" b="0" i="0" u="none" strike="noStrike" cap="none">
              <a:solidFill>
                <a:schemeClr val="lt1"/>
              </a:solidFill>
              <a:latin typeface="Calibri" panose="020F0502020204030204"/>
              <a:ea typeface="Calibri" panose="020F0502020204030204"/>
              <a:cs typeface="Calibri" panose="020F0502020204030204"/>
              <a:sym typeface="Calibri" panose="020F0502020204030204"/>
            </a:endParaRPr>
          </a:p>
        </p:txBody>
      </p:sp>
      <p:pic>
        <p:nvPicPr>
          <p:cNvPr id="78" name="Google Shape;78;p4" descr="obj"/>
          <p:cNvPicPr preferRelativeResize="0"/>
          <p:nvPr/>
        </p:nvPicPr>
        <p:blipFill rotWithShape="1">
          <a:blip r:embed="rId3"/>
          <a:srcRect/>
          <a:stretch>
            <a:fillRect/>
          </a:stretch>
        </p:blipFill>
        <p:spPr>
          <a:xfrm>
            <a:off x="6775450" y="713105"/>
            <a:ext cx="4876800" cy="3609975"/>
          </a:xfrm>
          <a:prstGeom prst="rect">
            <a:avLst/>
          </a:prstGeom>
          <a:noFill/>
          <a:ln>
            <a:noFill/>
          </a:ln>
        </p:spPr>
      </p:pic>
      <p:pic>
        <p:nvPicPr>
          <p:cNvPr id="79" name="Google Shape;79;p4" descr="objectclass"/>
          <p:cNvPicPr preferRelativeResize="0"/>
          <p:nvPr/>
        </p:nvPicPr>
        <p:blipFill rotWithShape="1">
          <a:blip r:embed="rId4"/>
          <a:srcRect/>
          <a:stretch>
            <a:fillRect/>
          </a:stretch>
        </p:blipFill>
        <p:spPr>
          <a:xfrm>
            <a:off x="7726045" y="4918710"/>
            <a:ext cx="3464560" cy="1419860"/>
          </a:xfrm>
          <a:prstGeom prst="rect">
            <a:avLst/>
          </a:prstGeom>
          <a:noFill/>
          <a:ln>
            <a:noFill/>
          </a:ln>
        </p:spPr>
      </p:pic>
      <p:pic>
        <p:nvPicPr>
          <p:cNvPr id="80" name="Google Shape;80;p4" descr="Aitrich Logo_Artboard 4"/>
          <p:cNvPicPr preferRelativeResize="0"/>
          <p:nvPr/>
        </p:nvPicPr>
        <p:blipFill rotWithShape="1">
          <a:blip r:embed="rId5"/>
          <a:srcRect/>
          <a:stretch>
            <a:fillRect/>
          </a:stretch>
        </p:blipFill>
        <p:spPr>
          <a:xfrm>
            <a:off x="74295" y="-90170"/>
            <a:ext cx="1275715" cy="956945"/>
          </a:xfrm>
          <a:prstGeom prst="rect">
            <a:avLst/>
          </a:prstGeom>
          <a:noFill/>
          <a:ln>
            <a:noFill/>
          </a:ln>
        </p:spPr>
      </p:pic>
      <p:sp>
        <p:nvSpPr>
          <p:cNvPr id="2" name="Google Shape;74;p4"/>
          <p:cNvSpPr txBox="1"/>
          <p:nvPr/>
        </p:nvSpPr>
        <p:spPr>
          <a:xfrm>
            <a:off x="304165" y="1407795"/>
            <a:ext cx="6163310" cy="995045"/>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DFBB64"/>
              </a:buClr>
              <a:buSzPts val="2400"/>
              <a:buFont typeface="Calibri" panose="020F0502020204030204"/>
              <a:buNone/>
            </a:pPr>
            <a:r>
              <a:rPr sz="2400" b="0" i="0" u="none" strike="noStrike" cap="none">
                <a:solidFill>
                  <a:srgbClr val="DFBB64"/>
                </a:solidFill>
                <a:latin typeface="Calibri" panose="020F0502020204030204"/>
                <a:ea typeface="Calibri" panose="020F0502020204030204"/>
                <a:cs typeface="Calibri" panose="020F0502020204030204"/>
                <a:sym typeface="Calibri" panose="020F0502020204030204"/>
              </a:rPr>
              <a:t>Objects are instances of classes and have properties (attributes) and methods (actions).</a:t>
            </a:r>
          </a:p>
          <a:p>
            <a:pPr marL="0" marR="0" lvl="0" indent="0" algn="l" rtl="0">
              <a:lnSpc>
                <a:spcPct val="100000"/>
              </a:lnSpc>
              <a:spcBef>
                <a:spcPts val="0"/>
              </a:spcBef>
              <a:spcAft>
                <a:spcPts val="0"/>
              </a:spcAft>
              <a:buClr>
                <a:schemeClr val="dk1"/>
              </a:buClr>
              <a:buSzPts val="2400"/>
              <a:buFont typeface="Calibri" panose="020F0502020204030204"/>
              <a:buNone/>
            </a:pPr>
            <a:endParaRPr sz="2400" b="0" i="0" u="none" strike="noStrike" cap="none">
              <a:solidFill>
                <a:srgbClr val="DFBB64"/>
              </a:solidFill>
              <a:latin typeface="Calibri" panose="020F0502020204030204"/>
              <a:ea typeface="Calibri" panose="020F0502020204030204"/>
              <a:cs typeface="Calibri" panose="020F0502020204030204"/>
              <a:sym typeface="Calibri" panose="020F0502020204030204"/>
            </a:endParaRPr>
          </a:p>
          <a:p>
            <a:pPr marL="0" marR="0" lvl="0" indent="0" algn="l" rtl="0">
              <a:lnSpc>
                <a:spcPct val="100000"/>
              </a:lnSpc>
              <a:spcBef>
                <a:spcPts val="0"/>
              </a:spcBef>
              <a:spcAft>
                <a:spcPts val="0"/>
              </a:spcAft>
              <a:buClr>
                <a:srgbClr val="DFBB64"/>
              </a:buClr>
              <a:buSzPts val="2400"/>
              <a:buFont typeface="Calibri" panose="020F0502020204030204"/>
              <a:buNone/>
            </a:pPr>
            <a:endParaRPr sz="2400" b="0" i="0" u="none" strike="noStrike" cap="none">
              <a:solidFill>
                <a:srgbClr val="DFBB64"/>
              </a:solidFill>
              <a:latin typeface="Calibri" panose="020F0502020204030204"/>
              <a:ea typeface="Calibri" panose="020F0502020204030204"/>
              <a:cs typeface="Calibri" panose="020F0502020204030204"/>
              <a:sym typeface="Calibri" panose="020F0502020204030204"/>
            </a:endParaRPr>
          </a:p>
        </p:txBody>
      </p:sp>
    </p:spTree>
  </p:cSld>
  <p:clrMapOvr>
    <a:masterClrMapping/>
  </p:clrMapOvr>
  <mc:AlternateContent xmlns:mc="http://schemas.openxmlformats.org/markup-compatibility/2006" xmlns:p14="http://schemas.microsoft.com/office/powerpoint/2010/main">
    <mc:Choice Requires="p14">
      <p:transition spd="slow" p14:dur="1500">
        <p:split orient="vert" dir="in"/>
      </p:transition>
    </mc:Choice>
    <mc:Fallback xmlns="">
      <p:transition spd="slow">
        <p:split orient="vert" dir="in"/>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5"/>
                                        </p:tgtEl>
                                        <p:attrNameLst>
                                          <p:attrName>style.visibility</p:attrName>
                                        </p:attrNameLst>
                                      </p:cBhvr>
                                      <p:to>
                                        <p:strVal val="visible"/>
                                      </p:to>
                                    </p:set>
                                    <p:animEffect transition="in" filter="fade">
                                      <p:cBhvr>
                                        <p:cTn id="7" dur="1000"/>
                                        <p:tgtEl>
                                          <p:spTgt spid="7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78"/>
                                        </p:tgtEl>
                                        <p:attrNameLst>
                                          <p:attrName>style.visibility</p:attrName>
                                        </p:attrNameLst>
                                      </p:cBhvr>
                                      <p:to>
                                        <p:strVal val="visible"/>
                                      </p:to>
                                    </p:set>
                                    <p:animEffect transition="in" filter="fade">
                                      <p:cBhvr>
                                        <p:cTn id="12" dur="500"/>
                                        <p:tgtEl>
                                          <p:spTgt spid="78"/>
                                        </p:tgtEl>
                                      </p:cBhvr>
                                    </p:animEffect>
                                  </p:childTnLst>
                                </p:cTn>
                              </p:par>
                              <p:par>
                                <p:cTn id="13" presetID="10" presetClass="entr" presetSubtype="0" fill="hold" nodeType="withEffect">
                                  <p:stCondLst>
                                    <p:cond delay="0"/>
                                  </p:stCondLst>
                                  <p:childTnLst>
                                    <p:set>
                                      <p:cBhvr>
                                        <p:cTn id="14" dur="1" fill="hold">
                                          <p:stCondLst>
                                            <p:cond delay="0"/>
                                          </p:stCondLst>
                                        </p:cTn>
                                        <p:tgtEl>
                                          <p:spTgt spid="79"/>
                                        </p:tgtEl>
                                        <p:attrNameLst>
                                          <p:attrName>style.visibility</p:attrName>
                                        </p:attrNameLst>
                                      </p:cBhvr>
                                      <p:to>
                                        <p:strVal val="visible"/>
                                      </p:to>
                                    </p:set>
                                    <p:animEffect transition="in" filter="fade">
                                      <p:cBhvr>
                                        <p:cTn id="15" dur="500"/>
                                        <p:tgtEl>
                                          <p:spTgt spid="79"/>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74"/>
                                        </p:tgtEl>
                                        <p:attrNameLst>
                                          <p:attrName>style.visibility</p:attrName>
                                        </p:attrNameLst>
                                      </p:cBhvr>
                                      <p:to>
                                        <p:strVal val="visible"/>
                                      </p:to>
                                    </p:set>
                                    <p:animEffect transition="in" filter="fade">
                                      <p:cBhvr>
                                        <p:cTn id="20" dur="1000"/>
                                        <p:tgtEl>
                                          <p:spTgt spid="74"/>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nodeType="clickEffect">
                                  <p:stCondLst>
                                    <p:cond delay="0"/>
                                  </p:stCondLst>
                                  <p:childTnLst>
                                    <p:set>
                                      <p:cBhvr>
                                        <p:cTn id="24" dur="1" fill="hold">
                                          <p:stCondLst>
                                            <p:cond delay="0"/>
                                          </p:stCondLst>
                                        </p:cTn>
                                        <p:tgtEl>
                                          <p:spTgt spid="2"/>
                                        </p:tgtEl>
                                        <p:attrNameLst>
                                          <p:attrName>style.visibility</p:attrName>
                                        </p:attrNameLst>
                                      </p:cBhvr>
                                      <p:to>
                                        <p:strVal val="visible"/>
                                      </p:to>
                                    </p:set>
                                    <p:animEffect transition="in" filter="fade">
                                      <p:cBhvr>
                                        <p:cTn id="25" dur="1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04"/>
        <p:cNvGrpSpPr/>
        <p:nvPr/>
      </p:nvGrpSpPr>
      <p:grpSpPr>
        <a:xfrm>
          <a:off x="0" y="0"/>
          <a:ext cx="0" cy="0"/>
          <a:chOff x="0" y="0"/>
          <a:chExt cx="0" cy="0"/>
        </a:xfrm>
      </p:grpSpPr>
      <p:sp>
        <p:nvSpPr>
          <p:cNvPr id="105" name="Google Shape;105;p6"/>
          <p:cNvSpPr/>
          <p:nvPr/>
        </p:nvSpPr>
        <p:spPr>
          <a:xfrm>
            <a:off x="0" y="20320"/>
            <a:ext cx="12192000" cy="6858000"/>
          </a:xfrm>
          <a:prstGeom prst="rect">
            <a:avLst/>
          </a:prstGeom>
          <a:solidFill>
            <a:srgbClr val="383838"/>
          </a:solidFill>
          <a:ln w="12700" cap="flat" cmpd="sng">
            <a:solidFill>
              <a:srgbClr val="42719B"/>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panose="020F0502020204030204"/>
              <a:buNone/>
            </a:pPr>
            <a:r>
              <a:rPr sz="1800" b="0" i="0" u="none" strike="noStrike" cap="none">
                <a:solidFill>
                  <a:schemeClr val="lt1"/>
                </a:solidFill>
                <a:latin typeface="Calibri" panose="020F0502020204030204"/>
                <a:ea typeface="Calibri" panose="020F0502020204030204"/>
                <a:cs typeface="Calibri" panose="020F0502020204030204"/>
                <a:sym typeface="Calibri" panose="020F0502020204030204"/>
              </a:rPr>
              <a:t> </a:t>
            </a:r>
          </a:p>
        </p:txBody>
      </p:sp>
      <p:cxnSp>
        <p:nvCxnSpPr>
          <p:cNvPr id="106" name="Google Shape;106;p6"/>
          <p:cNvCxnSpPr/>
          <p:nvPr/>
        </p:nvCxnSpPr>
        <p:spPr>
          <a:xfrm>
            <a:off x="2122488" y="2667000"/>
            <a:ext cx="6432550" cy="26988"/>
          </a:xfrm>
          <a:prstGeom prst="straightConnector1">
            <a:avLst/>
          </a:prstGeom>
          <a:solidFill>
            <a:srgbClr val="EE6351"/>
          </a:solidFill>
          <a:ln>
            <a:noFill/>
          </a:ln>
        </p:spPr>
      </p:cxnSp>
      <p:cxnSp>
        <p:nvCxnSpPr>
          <p:cNvPr id="107" name="Google Shape;107;p6"/>
          <p:cNvCxnSpPr/>
          <p:nvPr/>
        </p:nvCxnSpPr>
        <p:spPr>
          <a:xfrm>
            <a:off x="2122488" y="4110038"/>
            <a:ext cx="4799013" cy="36513"/>
          </a:xfrm>
          <a:prstGeom prst="straightConnector1">
            <a:avLst/>
          </a:prstGeom>
          <a:solidFill>
            <a:srgbClr val="EE6351"/>
          </a:solidFill>
          <a:ln>
            <a:noFill/>
          </a:ln>
        </p:spPr>
      </p:cxnSp>
      <p:cxnSp>
        <p:nvCxnSpPr>
          <p:cNvPr id="108" name="Google Shape;108;p6"/>
          <p:cNvCxnSpPr/>
          <p:nvPr/>
        </p:nvCxnSpPr>
        <p:spPr>
          <a:xfrm>
            <a:off x="2093913" y="5627688"/>
            <a:ext cx="3194050" cy="1588"/>
          </a:xfrm>
          <a:prstGeom prst="straightConnector1">
            <a:avLst/>
          </a:prstGeom>
          <a:solidFill>
            <a:srgbClr val="EE6351"/>
          </a:solidFill>
          <a:ln>
            <a:noFill/>
          </a:ln>
        </p:spPr>
      </p:cxnSp>
      <p:sp>
        <p:nvSpPr>
          <p:cNvPr id="109" name="Google Shape;109;p6"/>
          <p:cNvSpPr txBox="1"/>
          <p:nvPr/>
        </p:nvSpPr>
        <p:spPr>
          <a:xfrm>
            <a:off x="796290" y="1310640"/>
            <a:ext cx="10703560" cy="1209675"/>
          </a:xfrm>
          <a:prstGeom prst="rect">
            <a:avLst/>
          </a:prstGeom>
          <a:noFill/>
          <a:ln>
            <a:noFill/>
          </a:ln>
        </p:spPr>
        <p:txBody>
          <a:bodyPr spcFirstLastPara="1" wrap="square" lIns="91425" tIns="45700" rIns="91425" bIns="45700" anchor="t" anchorCtr="0">
            <a:noAutofit/>
          </a:bodyPr>
          <a:lstStyle/>
          <a:p>
            <a:pPr marL="457200" marR="0" lvl="0" indent="-457200" algn="l" rtl="0">
              <a:lnSpc>
                <a:spcPct val="100000"/>
              </a:lnSpc>
              <a:spcBef>
                <a:spcPts val="0"/>
              </a:spcBef>
              <a:spcAft>
                <a:spcPts val="0"/>
              </a:spcAft>
              <a:buClr>
                <a:srgbClr val="DFBB64"/>
              </a:buClr>
              <a:buSzPts val="2800"/>
              <a:buFont typeface="Arial" panose="020B0604020202020204"/>
              <a:buChar char="•"/>
            </a:pPr>
            <a:r>
              <a:rPr lang="en-US" sz="2800" b="0" i="0" u="none" strike="noStrike" cap="none" dirty="0">
                <a:solidFill>
                  <a:srgbClr val="DFBB64"/>
                </a:solidFill>
                <a:latin typeface="Calibri" panose="020F0502020204030204"/>
                <a:ea typeface="Calibri" panose="020F0502020204030204"/>
                <a:cs typeface="Calibri" panose="020F0502020204030204"/>
                <a:sym typeface="Calibri" panose="020F0502020204030204"/>
              </a:rPr>
              <a:t>Functions are the building blocks of readable, maintainable, and reusable code.</a:t>
            </a:r>
          </a:p>
          <a:p>
            <a:pPr marL="457200" marR="0" lvl="0" indent="-457200" algn="l" rtl="0">
              <a:lnSpc>
                <a:spcPct val="100000"/>
              </a:lnSpc>
              <a:spcBef>
                <a:spcPts val="0"/>
              </a:spcBef>
              <a:spcAft>
                <a:spcPts val="0"/>
              </a:spcAft>
              <a:buClr>
                <a:srgbClr val="DFBB64"/>
              </a:buClr>
              <a:buSzPts val="2800"/>
              <a:buFont typeface="Arial" panose="020B0604020202020204"/>
              <a:buChar char="•"/>
            </a:pPr>
            <a:endParaRPr lang="en-IN" altLang="en-US" sz="2800" b="0" i="0" u="none" strike="noStrike" cap="none" dirty="0">
              <a:solidFill>
                <a:srgbClr val="DFBB64"/>
              </a:solidFill>
              <a:latin typeface="Calibri" panose="020F0502020204030204"/>
              <a:ea typeface="Calibri" panose="020F0502020204030204"/>
              <a:cs typeface="Calibri" panose="020F0502020204030204"/>
              <a:sym typeface="Calibri" panose="020F0502020204030204"/>
            </a:endParaRPr>
          </a:p>
        </p:txBody>
      </p:sp>
      <p:sp>
        <p:nvSpPr>
          <p:cNvPr id="110" name="Google Shape;110;p6"/>
          <p:cNvSpPr/>
          <p:nvPr/>
        </p:nvSpPr>
        <p:spPr>
          <a:xfrm>
            <a:off x="916940" y="417830"/>
            <a:ext cx="11064240" cy="975995"/>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lt1"/>
              </a:buClr>
              <a:buSzPts val="4000"/>
              <a:buFont typeface="Arial" panose="020B0604020202020204"/>
              <a:buNone/>
            </a:pPr>
            <a:r>
              <a:rPr lang="en-US" sz="4000" b="0" i="0" u="none" strike="noStrike" cap="none">
                <a:solidFill>
                  <a:schemeClr val="lt1"/>
                </a:solidFill>
                <a:latin typeface="Arial" panose="020B0604020202020204"/>
                <a:ea typeface="Arial" panose="020B0604020202020204"/>
                <a:cs typeface="Arial" panose="020B0604020202020204"/>
                <a:sym typeface="Arial" panose="020B0604020202020204"/>
              </a:rPr>
              <a:t>Functions</a:t>
            </a:r>
            <a:endParaRPr sz="4000" b="0" i="0" u="none" strike="noStrike" cap="none">
              <a:solidFill>
                <a:schemeClr val="lt1"/>
              </a:solidFill>
              <a:latin typeface="Arial" panose="020B0604020202020204"/>
              <a:ea typeface="Arial" panose="020B0604020202020204"/>
              <a:cs typeface="Arial" panose="020B0604020202020204"/>
              <a:sym typeface="Arial" panose="020B0604020202020204"/>
            </a:endParaRPr>
          </a:p>
        </p:txBody>
      </p:sp>
      <p:sp>
        <p:nvSpPr>
          <p:cNvPr id="111" name="Google Shape;111;p6"/>
          <p:cNvSpPr/>
          <p:nvPr/>
        </p:nvSpPr>
        <p:spPr>
          <a:xfrm rot="4705673">
            <a:off x="673100" y="723900"/>
            <a:ext cx="223838" cy="223838"/>
          </a:xfrm>
          <a:prstGeom prst="rtTriangl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panose="020F0502020204030204"/>
              <a:buNone/>
            </a:pPr>
            <a:endParaRPr sz="1800" b="0" i="0" u="none" strike="noStrike" cap="none">
              <a:solidFill>
                <a:schemeClr val="lt1"/>
              </a:solidFill>
              <a:latin typeface="Calibri" panose="020F0502020204030204"/>
              <a:ea typeface="Calibri" panose="020F0502020204030204"/>
              <a:cs typeface="Calibri" panose="020F0502020204030204"/>
              <a:sym typeface="Calibri" panose="020F0502020204030204"/>
            </a:endParaRPr>
          </a:p>
        </p:txBody>
      </p:sp>
      <p:sp>
        <p:nvSpPr>
          <p:cNvPr id="112" name="Google Shape;112;p6"/>
          <p:cNvSpPr/>
          <p:nvPr/>
        </p:nvSpPr>
        <p:spPr>
          <a:xfrm rot="-10558151">
            <a:off x="693738" y="677863"/>
            <a:ext cx="182563" cy="182563"/>
          </a:xfrm>
          <a:prstGeom prst="rtTriangle">
            <a:avLst/>
          </a:prstGeom>
          <a:solidFill>
            <a:schemeClr val="lt1">
              <a:alpha val="40000"/>
            </a:schemeClr>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panose="020F0502020204030204"/>
              <a:buNone/>
            </a:pPr>
            <a:endParaRPr sz="1800" b="0" i="0" u="none" strike="noStrike" cap="none">
              <a:solidFill>
                <a:schemeClr val="lt1"/>
              </a:solidFill>
              <a:latin typeface="Calibri" panose="020F0502020204030204"/>
              <a:ea typeface="Calibri" panose="020F0502020204030204"/>
              <a:cs typeface="Calibri" panose="020F0502020204030204"/>
              <a:sym typeface="Calibri" panose="020F0502020204030204"/>
            </a:endParaRPr>
          </a:p>
        </p:txBody>
      </p:sp>
      <p:pic>
        <p:nvPicPr>
          <p:cNvPr id="114" name="Google Shape;114;p6" descr="Aitrich Logo_Artboard 4"/>
          <p:cNvPicPr preferRelativeResize="0"/>
          <p:nvPr/>
        </p:nvPicPr>
        <p:blipFill rotWithShape="1">
          <a:blip r:embed="rId3"/>
          <a:srcRect/>
          <a:stretch>
            <a:fillRect/>
          </a:stretch>
        </p:blipFill>
        <p:spPr>
          <a:xfrm>
            <a:off x="74295" y="-90170"/>
            <a:ext cx="1275715" cy="956945"/>
          </a:xfrm>
          <a:prstGeom prst="rect">
            <a:avLst/>
          </a:prstGeom>
          <a:noFill/>
          <a:ln>
            <a:noFill/>
          </a:ln>
        </p:spPr>
      </p:pic>
      <p:sp>
        <p:nvSpPr>
          <p:cNvPr id="2" name="Rectangles 1"/>
          <p:cNvSpPr/>
          <p:nvPr/>
        </p:nvSpPr>
        <p:spPr>
          <a:xfrm>
            <a:off x="4605655" y="2972435"/>
            <a:ext cx="4998085" cy="2964815"/>
          </a:xfrm>
          <a:prstGeom prst="rect">
            <a:avLst/>
          </a:prstGeom>
          <a:solidFill>
            <a:schemeClr val="accent1">
              <a:lumMod val="20000"/>
              <a:lumOff val="80000"/>
            </a:schemeClr>
          </a:solidFill>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en-US"/>
          </a:p>
        </p:txBody>
      </p:sp>
      <p:cxnSp>
        <p:nvCxnSpPr>
          <p:cNvPr id="3" name="Straight Connector 2"/>
          <p:cNvCxnSpPr/>
          <p:nvPr/>
        </p:nvCxnSpPr>
        <p:spPr>
          <a:xfrm flipV="1">
            <a:off x="4608830" y="3416935"/>
            <a:ext cx="5013325" cy="4445"/>
          </a:xfrm>
          <a:prstGeom prst="line">
            <a:avLst/>
          </a:prstGeom>
        </p:spPr>
        <p:style>
          <a:lnRef idx="2">
            <a:prstClr val="black"/>
          </a:lnRef>
          <a:fillRef idx="0">
            <a:srgbClr val="FFFFFF"/>
          </a:fillRef>
          <a:effectRef idx="0">
            <a:srgbClr val="FFFFFF"/>
          </a:effectRef>
          <a:fontRef idx="minor">
            <a:schemeClr val="tx1"/>
          </a:fontRef>
        </p:style>
      </p:cxnSp>
      <p:sp>
        <p:nvSpPr>
          <p:cNvPr id="4" name="Text Box 3"/>
          <p:cNvSpPr txBox="1"/>
          <p:nvPr/>
        </p:nvSpPr>
        <p:spPr>
          <a:xfrm>
            <a:off x="5632450" y="2964180"/>
            <a:ext cx="2966085" cy="460375"/>
          </a:xfrm>
          <a:prstGeom prst="rect">
            <a:avLst/>
          </a:prstGeom>
          <a:noFill/>
        </p:spPr>
        <p:txBody>
          <a:bodyPr wrap="square" rtlCol="0">
            <a:spAutoFit/>
          </a:bodyPr>
          <a:lstStyle/>
          <a:p>
            <a:pPr algn="ctr"/>
            <a:r>
              <a:rPr lang="en-US" sz="2400" b="1"/>
              <a:t>Function</a:t>
            </a:r>
          </a:p>
        </p:txBody>
      </p:sp>
      <p:sp>
        <p:nvSpPr>
          <p:cNvPr id="5" name="Text Box 4"/>
          <p:cNvSpPr txBox="1"/>
          <p:nvPr/>
        </p:nvSpPr>
        <p:spPr>
          <a:xfrm>
            <a:off x="4679315" y="3552190"/>
            <a:ext cx="4791710" cy="2228850"/>
          </a:xfrm>
          <a:prstGeom prst="rect">
            <a:avLst/>
          </a:prstGeom>
          <a:noFill/>
        </p:spPr>
        <p:txBody>
          <a:bodyPr wrap="square" rtlCol="0">
            <a:noAutofit/>
          </a:bodyPr>
          <a:lstStyle/>
          <a:p>
            <a:r>
              <a:rPr lang="en-US" sz="2000"/>
              <a:t>Return_typefuc_name(parameter_list){</a:t>
            </a:r>
          </a:p>
          <a:p>
            <a:endParaRPr lang="en-US" sz="2000"/>
          </a:p>
          <a:p>
            <a:r>
              <a:rPr lang="en-US" sz="2000"/>
              <a:t>       //statement(s)</a:t>
            </a:r>
          </a:p>
          <a:p>
            <a:endParaRPr lang="en-US" sz="2000"/>
          </a:p>
          <a:p>
            <a:r>
              <a:rPr lang="en-US" sz="2000"/>
              <a:t>        return value;</a:t>
            </a:r>
          </a:p>
          <a:p>
            <a:r>
              <a:rPr lang="en-US" sz="2000"/>
              <a:t>}</a:t>
            </a:r>
          </a:p>
        </p:txBody>
      </p:sp>
    </p:spTree>
  </p:cSld>
  <p:clrMapOvr>
    <a:masterClrMapping/>
  </p:clrMapOvr>
  <mc:AlternateContent xmlns:mc="http://schemas.openxmlformats.org/markup-compatibility/2006" xmlns:p14="http://schemas.microsoft.com/office/powerpoint/2010/main">
    <mc:Choice Requires="p14">
      <p:transition spd="slow" p14:dur="1500">
        <p:split orient="vert" dir="in"/>
      </p:transition>
    </mc:Choice>
    <mc:Fallback xmlns="">
      <p:transition spd="slow">
        <p:split orient="vert" dir="in"/>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1000"/>
                                        <p:tgtEl>
                                          <p:spTgt spid="11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09"/>
                                        </p:tgtEl>
                                        <p:attrNameLst>
                                          <p:attrName>style.visibility</p:attrName>
                                        </p:attrNameLst>
                                      </p:cBhvr>
                                      <p:to>
                                        <p:strVal val="visible"/>
                                      </p:to>
                                    </p:set>
                                    <p:animEffect transition="in" filter="fade">
                                      <p:cBhvr>
                                        <p:cTn id="12" dur="1000"/>
                                        <p:tgtEl>
                                          <p:spTgt spid="10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8"/>
        <p:cNvGrpSpPr/>
        <p:nvPr/>
      </p:nvGrpSpPr>
      <p:grpSpPr>
        <a:xfrm>
          <a:off x="0" y="0"/>
          <a:ext cx="0" cy="0"/>
          <a:chOff x="0" y="0"/>
          <a:chExt cx="0" cy="0"/>
        </a:xfrm>
      </p:grpSpPr>
      <p:sp>
        <p:nvSpPr>
          <p:cNvPr id="119" name="Google Shape;119;p7"/>
          <p:cNvSpPr/>
          <p:nvPr/>
        </p:nvSpPr>
        <p:spPr>
          <a:xfrm>
            <a:off x="0" y="0"/>
            <a:ext cx="12192000" cy="6858000"/>
          </a:xfrm>
          <a:prstGeom prst="rect">
            <a:avLst/>
          </a:prstGeom>
          <a:solidFill>
            <a:srgbClr val="383838"/>
          </a:solidFill>
          <a:ln w="12700" cap="flat" cmpd="sng">
            <a:solidFill>
              <a:srgbClr val="42719B"/>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panose="020F0502020204030204"/>
              <a:buNone/>
            </a:pPr>
            <a:endParaRPr sz="1800" b="0" i="0" u="none" strike="noStrike" cap="none">
              <a:solidFill>
                <a:schemeClr val="lt1"/>
              </a:solidFill>
              <a:latin typeface="Calibri" panose="020F0502020204030204"/>
              <a:ea typeface="Calibri" panose="020F0502020204030204"/>
              <a:cs typeface="Calibri" panose="020F0502020204030204"/>
              <a:sym typeface="Calibri" panose="020F0502020204030204"/>
            </a:endParaRPr>
          </a:p>
        </p:txBody>
      </p:sp>
      <p:cxnSp>
        <p:nvCxnSpPr>
          <p:cNvPr id="120" name="Google Shape;120;p7"/>
          <p:cNvCxnSpPr/>
          <p:nvPr/>
        </p:nvCxnSpPr>
        <p:spPr>
          <a:xfrm>
            <a:off x="2122488" y="2667000"/>
            <a:ext cx="6432550" cy="26988"/>
          </a:xfrm>
          <a:prstGeom prst="straightConnector1">
            <a:avLst/>
          </a:prstGeom>
          <a:solidFill>
            <a:srgbClr val="EE6351"/>
          </a:solidFill>
          <a:ln>
            <a:noFill/>
          </a:ln>
        </p:spPr>
      </p:cxnSp>
      <p:cxnSp>
        <p:nvCxnSpPr>
          <p:cNvPr id="121" name="Google Shape;121;p7"/>
          <p:cNvCxnSpPr/>
          <p:nvPr/>
        </p:nvCxnSpPr>
        <p:spPr>
          <a:xfrm>
            <a:off x="2122488" y="4110038"/>
            <a:ext cx="4799013" cy="36513"/>
          </a:xfrm>
          <a:prstGeom prst="straightConnector1">
            <a:avLst/>
          </a:prstGeom>
          <a:solidFill>
            <a:srgbClr val="EE6351"/>
          </a:solidFill>
          <a:ln>
            <a:noFill/>
          </a:ln>
        </p:spPr>
      </p:cxnSp>
      <p:cxnSp>
        <p:nvCxnSpPr>
          <p:cNvPr id="122" name="Google Shape;122;p7"/>
          <p:cNvCxnSpPr/>
          <p:nvPr/>
        </p:nvCxnSpPr>
        <p:spPr>
          <a:xfrm>
            <a:off x="2093913" y="5627688"/>
            <a:ext cx="3194050" cy="1588"/>
          </a:xfrm>
          <a:prstGeom prst="straightConnector1">
            <a:avLst/>
          </a:prstGeom>
          <a:solidFill>
            <a:srgbClr val="EE6351"/>
          </a:solidFill>
          <a:ln>
            <a:noFill/>
          </a:ln>
        </p:spPr>
      </p:cxnSp>
      <p:sp>
        <p:nvSpPr>
          <p:cNvPr id="123" name="Google Shape;123;p7"/>
          <p:cNvSpPr txBox="1"/>
          <p:nvPr/>
        </p:nvSpPr>
        <p:spPr>
          <a:xfrm>
            <a:off x="705485" y="564515"/>
            <a:ext cx="6847840" cy="5993765"/>
          </a:xfrm>
          <a:prstGeom prst="rect">
            <a:avLst/>
          </a:prstGeom>
          <a:noFill/>
          <a:ln>
            <a:noFill/>
          </a:ln>
        </p:spPr>
        <p:txBody>
          <a:bodyPr spcFirstLastPara="1" wrap="square" lIns="91425" tIns="45700" rIns="91425" bIns="45700" anchor="t" anchorCtr="0">
            <a:noAutofit/>
          </a:bodyPr>
          <a:lstStyle/>
          <a:p>
            <a:pPr marL="342900" marR="0" lvl="0" indent="-342900" algn="l" rtl="0">
              <a:lnSpc>
                <a:spcPct val="100000"/>
              </a:lnSpc>
              <a:spcBef>
                <a:spcPts val="0"/>
              </a:spcBef>
              <a:spcAft>
                <a:spcPts val="0"/>
              </a:spcAft>
              <a:buClr>
                <a:srgbClr val="DFBB64"/>
              </a:buClr>
              <a:buSzPts val="2400"/>
              <a:buFont typeface="Arial" panose="020B0604020202020204"/>
              <a:buChar char="•"/>
            </a:pPr>
            <a:r>
              <a:rPr lang="en-US" sz="2400" b="0" i="0" u="none" strike="noStrike" cap="none" dirty="0">
                <a:solidFill>
                  <a:srgbClr val="DFBB64"/>
                </a:solidFill>
                <a:latin typeface="Calibri" panose="020F0502020204030204"/>
                <a:ea typeface="Calibri" panose="020F0502020204030204"/>
                <a:cs typeface="Calibri" panose="020F0502020204030204"/>
                <a:sym typeface="Calibri" panose="020F0502020204030204"/>
              </a:rPr>
              <a:t>Defining a function - a function definition requires when and how a specific task would be done.</a:t>
            </a:r>
            <a:endParaRPr sz="2400" b="0" i="0" u="none" strike="noStrike" cap="none" dirty="0">
              <a:solidFill>
                <a:srgbClr val="DFBB64"/>
              </a:solidFill>
              <a:latin typeface="Calibri" panose="020F0502020204030204"/>
              <a:ea typeface="Calibri" panose="020F0502020204030204"/>
              <a:cs typeface="Calibri" panose="020F0502020204030204"/>
              <a:sym typeface="Calibri" panose="020F0502020204030204"/>
            </a:endParaRPr>
          </a:p>
          <a:p>
            <a:pPr marL="0" marR="0" lvl="0" indent="0" algn="l" rtl="0">
              <a:lnSpc>
                <a:spcPct val="100000"/>
              </a:lnSpc>
              <a:spcBef>
                <a:spcPts val="0"/>
              </a:spcBef>
              <a:spcAft>
                <a:spcPts val="0"/>
              </a:spcAft>
              <a:buClr>
                <a:schemeClr val="dk1"/>
              </a:buClr>
              <a:buSzPts val="2400"/>
              <a:buFont typeface="Arial" panose="020B0604020202020204"/>
              <a:buNone/>
            </a:pPr>
            <a:endParaRPr sz="2400" b="0" i="0" u="none" strike="noStrike" cap="none" dirty="0">
              <a:solidFill>
                <a:srgbClr val="DFBB64"/>
              </a:solidFill>
              <a:latin typeface="Calibri" panose="020F0502020204030204"/>
              <a:ea typeface="Calibri" panose="020F0502020204030204"/>
              <a:cs typeface="Calibri" panose="020F0502020204030204"/>
              <a:sym typeface="Calibri" panose="020F0502020204030204"/>
            </a:endParaRPr>
          </a:p>
          <a:p>
            <a:pPr marL="342900" marR="0" lvl="0" indent="-342900" algn="l" rtl="0">
              <a:lnSpc>
                <a:spcPct val="100000"/>
              </a:lnSpc>
              <a:spcBef>
                <a:spcPts val="0"/>
              </a:spcBef>
              <a:spcAft>
                <a:spcPts val="0"/>
              </a:spcAft>
              <a:buClr>
                <a:srgbClr val="DFBB64"/>
              </a:buClr>
              <a:buSzPts val="2400"/>
              <a:buFont typeface="Arial" panose="020B0604020202020204"/>
              <a:buChar char="•"/>
            </a:pPr>
            <a:r>
              <a:rPr lang="en-US" sz="2400" b="0" i="0" u="none" strike="noStrike" cap="none" dirty="0">
                <a:solidFill>
                  <a:srgbClr val="DFBB64"/>
                </a:solidFill>
                <a:latin typeface="Calibri" panose="020F0502020204030204"/>
                <a:ea typeface="Calibri" panose="020F0502020204030204"/>
                <a:cs typeface="Calibri" panose="020F0502020204030204"/>
                <a:sym typeface="Calibri" panose="020F0502020204030204"/>
              </a:rPr>
              <a:t>Calling a function - A function must be called in order to execute it.</a:t>
            </a:r>
            <a:endParaRPr sz="2400" b="0" i="0" u="none" strike="noStrike" cap="none" dirty="0">
              <a:solidFill>
                <a:srgbClr val="DFBB64"/>
              </a:solidFill>
              <a:latin typeface="Calibri" panose="020F0502020204030204"/>
              <a:ea typeface="Calibri" panose="020F0502020204030204"/>
              <a:cs typeface="Calibri" panose="020F0502020204030204"/>
              <a:sym typeface="Calibri" panose="020F0502020204030204"/>
            </a:endParaRPr>
          </a:p>
          <a:p>
            <a:pPr marL="0" marR="0" lvl="0" indent="0" algn="l" rtl="0">
              <a:lnSpc>
                <a:spcPct val="100000"/>
              </a:lnSpc>
              <a:spcBef>
                <a:spcPts val="0"/>
              </a:spcBef>
              <a:spcAft>
                <a:spcPts val="0"/>
              </a:spcAft>
              <a:buClr>
                <a:schemeClr val="dk1"/>
              </a:buClr>
              <a:buSzPts val="2400"/>
              <a:buFont typeface="Arial" panose="020B0604020202020204"/>
              <a:buNone/>
            </a:pPr>
            <a:endParaRPr sz="2400" b="0" i="0" u="none" strike="noStrike" cap="none" dirty="0">
              <a:solidFill>
                <a:srgbClr val="DFBB64"/>
              </a:solidFill>
              <a:latin typeface="Calibri" panose="020F0502020204030204"/>
              <a:ea typeface="Calibri" panose="020F0502020204030204"/>
              <a:cs typeface="Calibri" panose="020F0502020204030204"/>
              <a:sym typeface="Calibri" panose="020F0502020204030204"/>
            </a:endParaRPr>
          </a:p>
          <a:p>
            <a:pPr marL="342900" marR="0" lvl="0" indent="-342900" algn="l" rtl="0">
              <a:lnSpc>
                <a:spcPct val="100000"/>
              </a:lnSpc>
              <a:spcBef>
                <a:spcPts val="0"/>
              </a:spcBef>
              <a:spcAft>
                <a:spcPts val="0"/>
              </a:spcAft>
              <a:buClr>
                <a:srgbClr val="DFBB64"/>
              </a:buClr>
              <a:buSzPts val="2400"/>
              <a:buFont typeface="Arial" panose="020B0604020202020204"/>
              <a:buChar char="•"/>
            </a:pPr>
            <a:r>
              <a:rPr lang="en-US" sz="2400" b="0" i="0" u="none" strike="noStrike" cap="none" dirty="0">
                <a:solidFill>
                  <a:srgbClr val="DFBB64"/>
                </a:solidFill>
                <a:latin typeface="Calibri" panose="020F0502020204030204"/>
                <a:ea typeface="Calibri" panose="020F0502020204030204"/>
                <a:cs typeface="Calibri" panose="020F0502020204030204"/>
                <a:sym typeface="Calibri" panose="020F0502020204030204"/>
              </a:rPr>
              <a:t>Returning functions - functions may also return values back along with the control, to the caller.</a:t>
            </a:r>
            <a:endParaRPr sz="2400" b="0" i="0" u="none" strike="noStrike" cap="none" dirty="0">
              <a:solidFill>
                <a:srgbClr val="DFBB64"/>
              </a:solidFill>
              <a:latin typeface="Calibri" panose="020F0502020204030204"/>
              <a:ea typeface="Calibri" panose="020F0502020204030204"/>
              <a:cs typeface="Calibri" panose="020F0502020204030204"/>
              <a:sym typeface="Calibri" panose="020F0502020204030204"/>
            </a:endParaRPr>
          </a:p>
          <a:p>
            <a:pPr marL="0" marR="0" lvl="0" indent="0" algn="l" rtl="0">
              <a:lnSpc>
                <a:spcPct val="100000"/>
              </a:lnSpc>
              <a:spcBef>
                <a:spcPts val="0"/>
              </a:spcBef>
              <a:spcAft>
                <a:spcPts val="0"/>
              </a:spcAft>
              <a:buClr>
                <a:schemeClr val="dk1"/>
              </a:buClr>
              <a:buSzPts val="2400"/>
              <a:buFont typeface="Arial" panose="020B0604020202020204"/>
              <a:buNone/>
            </a:pPr>
            <a:endParaRPr sz="2400" b="0" i="0" u="none" strike="noStrike" cap="none" dirty="0">
              <a:solidFill>
                <a:srgbClr val="DFBB64"/>
              </a:solidFill>
              <a:latin typeface="Calibri" panose="020F0502020204030204"/>
              <a:ea typeface="Calibri" panose="020F0502020204030204"/>
              <a:cs typeface="Calibri" panose="020F0502020204030204"/>
              <a:sym typeface="Calibri" panose="020F0502020204030204"/>
            </a:endParaRPr>
          </a:p>
          <a:p>
            <a:pPr marL="342900" marR="0" lvl="0" indent="-342900" algn="l" rtl="0">
              <a:lnSpc>
                <a:spcPct val="100000"/>
              </a:lnSpc>
              <a:spcBef>
                <a:spcPts val="0"/>
              </a:spcBef>
              <a:spcAft>
                <a:spcPts val="0"/>
              </a:spcAft>
              <a:buClr>
                <a:srgbClr val="DFBB64"/>
              </a:buClr>
              <a:buSzPts val="2400"/>
              <a:buFont typeface="Arial" panose="020B0604020202020204"/>
              <a:buChar char="•"/>
            </a:pPr>
            <a:r>
              <a:rPr lang="en-US" sz="2400" b="0" i="0" u="none" strike="noStrike" cap="none" dirty="0" err="1">
                <a:solidFill>
                  <a:srgbClr val="DFBB64"/>
                </a:solidFill>
                <a:latin typeface="Calibri" panose="020F0502020204030204"/>
                <a:ea typeface="Calibri" panose="020F0502020204030204"/>
                <a:cs typeface="Calibri" panose="020F0502020204030204"/>
                <a:sym typeface="Calibri" panose="020F0502020204030204"/>
              </a:rPr>
              <a:t>Parameterised</a:t>
            </a:r>
            <a:r>
              <a:rPr lang="en-US" sz="2400" b="0" i="0" u="none" strike="noStrike" cap="none" dirty="0">
                <a:solidFill>
                  <a:srgbClr val="DFBB64"/>
                </a:solidFill>
                <a:latin typeface="Calibri" panose="020F0502020204030204"/>
                <a:ea typeface="Calibri" panose="020F0502020204030204"/>
                <a:cs typeface="Calibri" panose="020F0502020204030204"/>
                <a:sym typeface="Calibri" panose="020F0502020204030204"/>
              </a:rPr>
              <a:t> functions - Parameters are a mechanism to pass values between the </a:t>
            </a:r>
            <a:r>
              <a:rPr lang="en-US" sz="2400" b="0" i="0" u="none" strike="noStrike" cap="none" dirty="0" err="1">
                <a:solidFill>
                  <a:srgbClr val="DFBB64"/>
                </a:solidFill>
                <a:latin typeface="Calibri" panose="020F0502020204030204"/>
                <a:ea typeface="Calibri" panose="020F0502020204030204"/>
                <a:cs typeface="Calibri" panose="020F0502020204030204"/>
                <a:sym typeface="Calibri" panose="020F0502020204030204"/>
              </a:rPr>
              <a:t>function.we</a:t>
            </a:r>
            <a:r>
              <a:rPr lang="en-US" sz="2400" b="0" i="0" u="none" strike="noStrike" cap="none" dirty="0">
                <a:solidFill>
                  <a:srgbClr val="DFBB64"/>
                </a:solidFill>
                <a:latin typeface="Calibri" panose="020F0502020204030204"/>
                <a:ea typeface="Calibri" panose="020F0502020204030204"/>
                <a:cs typeface="Calibri" panose="020F0502020204030204"/>
                <a:sym typeface="Calibri" panose="020F0502020204030204"/>
              </a:rPr>
              <a:t> can pass more than one parameter or what our object we want. But to receive, we must define data type.</a:t>
            </a:r>
            <a:endParaRPr sz="2400" b="0" i="0" u="none" strike="noStrike" cap="none" dirty="0">
              <a:solidFill>
                <a:srgbClr val="DFBB64"/>
              </a:solidFill>
              <a:latin typeface="Calibri" panose="020F0502020204030204"/>
              <a:ea typeface="Calibri" panose="020F0502020204030204"/>
              <a:cs typeface="Calibri" panose="020F0502020204030204"/>
              <a:sym typeface="Calibri" panose="020F0502020204030204"/>
            </a:endParaRPr>
          </a:p>
        </p:txBody>
      </p:sp>
      <p:pic>
        <p:nvPicPr>
          <p:cNvPr id="124" name="Google Shape;124;p7" descr="uytuyy"/>
          <p:cNvPicPr preferRelativeResize="0"/>
          <p:nvPr/>
        </p:nvPicPr>
        <p:blipFill rotWithShape="1">
          <a:blip r:embed="rId3"/>
          <a:srcRect t="3346"/>
          <a:stretch>
            <a:fillRect/>
          </a:stretch>
        </p:blipFill>
        <p:spPr>
          <a:xfrm>
            <a:off x="7943215" y="725805"/>
            <a:ext cx="3803650" cy="5670550"/>
          </a:xfrm>
          <a:prstGeom prst="rect">
            <a:avLst/>
          </a:prstGeom>
          <a:noFill/>
          <a:ln>
            <a:noFill/>
          </a:ln>
        </p:spPr>
      </p:pic>
      <p:pic>
        <p:nvPicPr>
          <p:cNvPr id="125" name="Google Shape;125;p7" descr="Aitrich Logo_Artboard 4"/>
          <p:cNvPicPr preferRelativeResize="0"/>
          <p:nvPr/>
        </p:nvPicPr>
        <p:blipFill rotWithShape="1">
          <a:blip r:embed="rId4"/>
          <a:srcRect/>
          <a:stretch>
            <a:fillRect/>
          </a:stretch>
        </p:blipFill>
        <p:spPr>
          <a:xfrm>
            <a:off x="74295" y="-90170"/>
            <a:ext cx="1275715" cy="956945"/>
          </a:xfrm>
          <a:prstGeom prst="rect">
            <a:avLst/>
          </a:prstGeom>
          <a:noFill/>
          <a:ln>
            <a:noFill/>
          </a:ln>
        </p:spPr>
      </p:pic>
    </p:spTree>
  </p:cSld>
  <p:clrMapOvr>
    <a:masterClrMapping/>
  </p:clrMapOvr>
  <mc:AlternateContent xmlns:mc="http://schemas.openxmlformats.org/markup-compatibility/2006" xmlns:p14="http://schemas.microsoft.com/office/powerpoint/2010/main">
    <mc:Choice Requires="p14">
      <p:transition spd="slow" p14:dur="1500">
        <p:split orient="vert" dir="in"/>
      </p:transition>
    </mc:Choice>
    <mc:Fallback xmlns="">
      <p:transition spd="slow">
        <p:split orient="vert" dir="in"/>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23"/>
                                        </p:tgtEl>
                                        <p:attrNameLst>
                                          <p:attrName>style.visibility</p:attrName>
                                        </p:attrNameLst>
                                      </p:cBhvr>
                                      <p:to>
                                        <p:strVal val="visible"/>
                                      </p:to>
                                    </p:set>
                                    <p:animEffect transition="in" filter="fade">
                                      <p:cBhvr>
                                        <p:cTn id="7" dur="1000"/>
                                        <p:tgtEl>
                                          <p:spTgt spid="1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24"/>
                                        </p:tgtEl>
                                        <p:attrNameLst>
                                          <p:attrName>style.visibility</p:attrName>
                                        </p:attrNameLst>
                                      </p:cBhvr>
                                      <p:to>
                                        <p:strVal val="visible"/>
                                      </p:to>
                                    </p:set>
                                    <p:animEffect transition="in" filter="fade">
                                      <p:cBhvr>
                                        <p:cTn id="12" dur="500"/>
                                        <p:tgtEl>
                                          <p:spTgt spid="1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29"/>
        <p:cNvGrpSpPr/>
        <p:nvPr/>
      </p:nvGrpSpPr>
      <p:grpSpPr>
        <a:xfrm>
          <a:off x="0" y="0"/>
          <a:ext cx="0" cy="0"/>
          <a:chOff x="0" y="0"/>
          <a:chExt cx="0" cy="0"/>
        </a:xfrm>
      </p:grpSpPr>
      <p:sp>
        <p:nvSpPr>
          <p:cNvPr id="130" name="Google Shape;130;p8"/>
          <p:cNvSpPr/>
          <p:nvPr/>
        </p:nvSpPr>
        <p:spPr>
          <a:xfrm>
            <a:off x="0" y="0"/>
            <a:ext cx="12192000" cy="6858000"/>
          </a:xfrm>
          <a:prstGeom prst="rect">
            <a:avLst/>
          </a:prstGeom>
          <a:solidFill>
            <a:srgbClr val="383838"/>
          </a:solidFill>
          <a:ln w="12700" cap="flat" cmpd="sng">
            <a:solidFill>
              <a:srgbClr val="42719B"/>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panose="020F0502020204030204"/>
              <a:buNone/>
            </a:pPr>
            <a:endParaRPr sz="1800" b="0" i="0" u="none" strike="noStrike" cap="none">
              <a:solidFill>
                <a:schemeClr val="lt1"/>
              </a:solidFill>
              <a:latin typeface="Calibri" panose="020F0502020204030204"/>
              <a:ea typeface="Calibri" panose="020F0502020204030204"/>
              <a:cs typeface="Calibri" panose="020F0502020204030204"/>
              <a:sym typeface="Calibri" panose="020F0502020204030204"/>
            </a:endParaRPr>
          </a:p>
        </p:txBody>
      </p:sp>
      <p:cxnSp>
        <p:nvCxnSpPr>
          <p:cNvPr id="131" name="Google Shape;131;p8"/>
          <p:cNvCxnSpPr/>
          <p:nvPr/>
        </p:nvCxnSpPr>
        <p:spPr>
          <a:xfrm>
            <a:off x="2122488" y="2667000"/>
            <a:ext cx="6432550" cy="26988"/>
          </a:xfrm>
          <a:prstGeom prst="straightConnector1">
            <a:avLst/>
          </a:prstGeom>
          <a:solidFill>
            <a:srgbClr val="EE6351"/>
          </a:solidFill>
          <a:ln>
            <a:noFill/>
          </a:ln>
        </p:spPr>
      </p:cxnSp>
      <p:cxnSp>
        <p:nvCxnSpPr>
          <p:cNvPr id="132" name="Google Shape;132;p8"/>
          <p:cNvCxnSpPr/>
          <p:nvPr/>
        </p:nvCxnSpPr>
        <p:spPr>
          <a:xfrm>
            <a:off x="2122488" y="4110038"/>
            <a:ext cx="4799013" cy="36513"/>
          </a:xfrm>
          <a:prstGeom prst="straightConnector1">
            <a:avLst/>
          </a:prstGeom>
          <a:solidFill>
            <a:srgbClr val="EE6351"/>
          </a:solidFill>
          <a:ln>
            <a:noFill/>
          </a:ln>
        </p:spPr>
      </p:cxnSp>
      <p:cxnSp>
        <p:nvCxnSpPr>
          <p:cNvPr id="133" name="Google Shape;133;p8"/>
          <p:cNvCxnSpPr/>
          <p:nvPr/>
        </p:nvCxnSpPr>
        <p:spPr>
          <a:xfrm>
            <a:off x="2093913" y="5627688"/>
            <a:ext cx="3194050" cy="1588"/>
          </a:xfrm>
          <a:prstGeom prst="straightConnector1">
            <a:avLst/>
          </a:prstGeom>
          <a:solidFill>
            <a:srgbClr val="EE6351"/>
          </a:solidFill>
          <a:ln>
            <a:noFill/>
          </a:ln>
        </p:spPr>
      </p:cxnSp>
      <p:sp>
        <p:nvSpPr>
          <p:cNvPr id="134" name="Google Shape;134;p8"/>
          <p:cNvSpPr txBox="1"/>
          <p:nvPr/>
        </p:nvSpPr>
        <p:spPr>
          <a:xfrm>
            <a:off x="796290" y="1310640"/>
            <a:ext cx="6452870" cy="5245100"/>
          </a:xfrm>
          <a:prstGeom prst="rect">
            <a:avLst/>
          </a:prstGeom>
          <a:noFill/>
          <a:ln>
            <a:noFill/>
          </a:ln>
        </p:spPr>
        <p:txBody>
          <a:bodyPr spcFirstLastPara="1" wrap="square" lIns="91425" tIns="45700" rIns="91425" bIns="45700" anchor="t" anchorCtr="0">
            <a:noAutofit/>
          </a:bodyPr>
          <a:lstStyle/>
          <a:p>
            <a:pPr marL="342900" marR="0" lvl="0" indent="-342900" algn="l" rtl="0">
              <a:lnSpc>
                <a:spcPct val="100000"/>
              </a:lnSpc>
              <a:spcBef>
                <a:spcPts val="0"/>
              </a:spcBef>
              <a:spcAft>
                <a:spcPts val="0"/>
              </a:spcAft>
              <a:buClr>
                <a:srgbClr val="DFBB64"/>
              </a:buClr>
              <a:buSzPts val="2400"/>
              <a:buFont typeface="Wingdings" panose="05000000000000000000" charset="0"/>
              <a:buChar char="Ø"/>
            </a:pPr>
            <a:r>
              <a:rPr lang="en-US" sz="2400" b="1" i="0" u="none" strike="noStrike" cap="none" dirty="0">
                <a:solidFill>
                  <a:srgbClr val="DFBB64"/>
                </a:solidFill>
                <a:latin typeface="Calibri" panose="020F0502020204030204"/>
                <a:ea typeface="Calibri" panose="020F0502020204030204"/>
                <a:cs typeface="Calibri" panose="020F0502020204030204"/>
                <a:sym typeface="Calibri" panose="020F0502020204030204"/>
              </a:rPr>
              <a:t>Optional positional parameter</a:t>
            </a:r>
            <a:r>
              <a:rPr lang="en-US" sz="2400" b="0" i="0" u="none" strike="noStrike" cap="none" dirty="0">
                <a:solidFill>
                  <a:srgbClr val="DFBB64"/>
                </a:solidFill>
                <a:latin typeface="Calibri" panose="020F0502020204030204"/>
                <a:ea typeface="Calibri" panose="020F0502020204030204"/>
                <a:cs typeface="Calibri" panose="020F0502020204030204"/>
                <a:sym typeface="Calibri" panose="020F0502020204030204"/>
              </a:rPr>
              <a:t> - To specify optional positional parameters, use square [] brackets</a:t>
            </a:r>
            <a:endParaRPr sz="2400" b="0" i="0" u="none" strike="noStrike" cap="none" dirty="0">
              <a:solidFill>
                <a:srgbClr val="DFBB64"/>
              </a:solidFill>
              <a:latin typeface="Calibri" panose="020F0502020204030204"/>
              <a:ea typeface="Calibri" panose="020F0502020204030204"/>
              <a:cs typeface="Calibri" panose="020F0502020204030204"/>
              <a:sym typeface="Calibri" panose="020F0502020204030204"/>
            </a:endParaRPr>
          </a:p>
          <a:p>
            <a:pPr marL="0" marR="0" lvl="0" indent="0" algn="l" rtl="0">
              <a:lnSpc>
                <a:spcPct val="100000"/>
              </a:lnSpc>
              <a:spcBef>
                <a:spcPts val="0"/>
              </a:spcBef>
              <a:spcAft>
                <a:spcPts val="0"/>
              </a:spcAft>
              <a:buClr>
                <a:schemeClr val="dk1"/>
              </a:buClr>
              <a:buSzPts val="2400"/>
              <a:buFont typeface="Calibri" panose="020F0502020204030204"/>
              <a:buNone/>
            </a:pPr>
            <a:endParaRPr sz="2400" b="0" i="0" u="none" strike="noStrike" cap="none" dirty="0">
              <a:solidFill>
                <a:srgbClr val="DFBB64"/>
              </a:solidFill>
              <a:latin typeface="Calibri" panose="020F0502020204030204"/>
              <a:ea typeface="Calibri" panose="020F0502020204030204"/>
              <a:cs typeface="Calibri" panose="020F0502020204030204"/>
              <a:sym typeface="Calibri" panose="020F0502020204030204"/>
            </a:endParaRPr>
          </a:p>
          <a:p>
            <a:pPr marL="342900" marR="0" lvl="0" indent="-342900" algn="l" rtl="0">
              <a:lnSpc>
                <a:spcPct val="100000"/>
              </a:lnSpc>
              <a:spcBef>
                <a:spcPts val="0"/>
              </a:spcBef>
              <a:spcAft>
                <a:spcPts val="0"/>
              </a:spcAft>
              <a:buClr>
                <a:srgbClr val="DFBB64"/>
              </a:buClr>
              <a:buSzPts val="2400"/>
              <a:buFont typeface="Wingdings" panose="05000000000000000000" charset="0"/>
              <a:buChar char="Ø"/>
            </a:pPr>
            <a:r>
              <a:rPr lang="en-US" sz="2400" b="1" i="0" u="none" strike="noStrike" cap="none" dirty="0">
                <a:solidFill>
                  <a:srgbClr val="DFBB64"/>
                </a:solidFill>
                <a:latin typeface="Calibri" panose="020F0502020204030204"/>
                <a:ea typeface="Calibri" panose="020F0502020204030204"/>
                <a:cs typeface="Calibri" panose="020F0502020204030204"/>
                <a:sym typeface="Calibri" panose="020F0502020204030204"/>
              </a:rPr>
              <a:t>Optional named parameter</a:t>
            </a:r>
            <a:r>
              <a:rPr lang="en-US" sz="2400" b="0" i="0" u="none" strike="noStrike" cap="none" dirty="0">
                <a:solidFill>
                  <a:srgbClr val="DFBB64"/>
                </a:solidFill>
                <a:latin typeface="Calibri" panose="020F0502020204030204"/>
                <a:ea typeface="Calibri" panose="020F0502020204030204"/>
                <a:cs typeface="Calibri" panose="020F0502020204030204"/>
                <a:sym typeface="Calibri" panose="020F0502020204030204"/>
              </a:rPr>
              <a:t> - Unlike positional parameters, the parameter's name must be specified while the value is being passed. Curly brace {} can be used to specify optional named parameters.</a:t>
            </a:r>
            <a:endParaRPr sz="2400" b="0" i="0" u="none" strike="noStrike" cap="none" dirty="0">
              <a:solidFill>
                <a:srgbClr val="DFBB64"/>
              </a:solidFill>
              <a:latin typeface="Calibri" panose="020F0502020204030204"/>
              <a:ea typeface="Calibri" panose="020F0502020204030204"/>
              <a:cs typeface="Calibri" panose="020F0502020204030204"/>
              <a:sym typeface="Calibri" panose="020F0502020204030204"/>
            </a:endParaRPr>
          </a:p>
          <a:p>
            <a:pPr marL="0" marR="0" lvl="0" indent="0" algn="l" rtl="0">
              <a:lnSpc>
                <a:spcPct val="100000"/>
              </a:lnSpc>
              <a:spcBef>
                <a:spcPts val="0"/>
              </a:spcBef>
              <a:spcAft>
                <a:spcPts val="0"/>
              </a:spcAft>
              <a:buClr>
                <a:schemeClr val="dk1"/>
              </a:buClr>
              <a:buSzPts val="2400"/>
              <a:buFont typeface="Calibri" panose="020F0502020204030204"/>
              <a:buNone/>
            </a:pPr>
            <a:endParaRPr sz="2400" b="0" i="0" u="none" strike="noStrike" cap="none" dirty="0">
              <a:solidFill>
                <a:srgbClr val="DFBB64"/>
              </a:solidFill>
              <a:latin typeface="Calibri" panose="020F0502020204030204"/>
              <a:ea typeface="Calibri" panose="020F0502020204030204"/>
              <a:cs typeface="Calibri" panose="020F0502020204030204"/>
              <a:sym typeface="Calibri" panose="020F0502020204030204"/>
            </a:endParaRPr>
          </a:p>
          <a:p>
            <a:pPr marL="342900" marR="0" lvl="0" indent="-342900" algn="l" rtl="0">
              <a:lnSpc>
                <a:spcPct val="100000"/>
              </a:lnSpc>
              <a:spcBef>
                <a:spcPts val="0"/>
              </a:spcBef>
              <a:spcAft>
                <a:spcPts val="0"/>
              </a:spcAft>
              <a:buClr>
                <a:srgbClr val="DFBB64"/>
              </a:buClr>
              <a:buSzPts val="2400"/>
              <a:buFont typeface="Wingdings" panose="05000000000000000000" charset="0"/>
              <a:buChar char="Ø"/>
            </a:pPr>
            <a:r>
              <a:rPr lang="en-US" sz="2400" b="1" i="0" u="none" strike="noStrike" cap="none" dirty="0">
                <a:solidFill>
                  <a:srgbClr val="DFBB64"/>
                </a:solidFill>
                <a:latin typeface="Calibri" panose="020F0502020204030204"/>
                <a:ea typeface="Calibri" panose="020F0502020204030204"/>
                <a:cs typeface="Calibri" panose="020F0502020204030204"/>
                <a:sym typeface="Calibri" panose="020F0502020204030204"/>
              </a:rPr>
              <a:t>Optional parameter with default value </a:t>
            </a:r>
            <a:r>
              <a:rPr lang="en-US" sz="2400" b="0" i="0" u="none" strike="noStrike" cap="none" dirty="0">
                <a:solidFill>
                  <a:srgbClr val="DFBB64"/>
                </a:solidFill>
                <a:latin typeface="Calibri" panose="020F0502020204030204"/>
                <a:ea typeface="Calibri" panose="020F0502020204030204"/>
                <a:cs typeface="Calibri" panose="020F0502020204030204"/>
                <a:sym typeface="Calibri" panose="020F0502020204030204"/>
              </a:rPr>
              <a:t>- Function parameters can also be assigned values by default. However, such parameters can also be explicitly passed values.</a:t>
            </a:r>
            <a:endParaRPr sz="2400" b="0" i="0" u="none" strike="noStrike" cap="none" dirty="0">
              <a:solidFill>
                <a:srgbClr val="DFBB64"/>
              </a:solidFill>
              <a:latin typeface="Calibri" panose="020F0502020204030204"/>
              <a:ea typeface="Calibri" panose="020F0502020204030204"/>
              <a:cs typeface="Calibri" panose="020F0502020204030204"/>
              <a:sym typeface="Calibri" panose="020F0502020204030204"/>
            </a:endParaRPr>
          </a:p>
        </p:txBody>
      </p:sp>
      <p:sp>
        <p:nvSpPr>
          <p:cNvPr id="135" name="Google Shape;135;p8"/>
          <p:cNvSpPr/>
          <p:nvPr/>
        </p:nvSpPr>
        <p:spPr>
          <a:xfrm>
            <a:off x="916940" y="417830"/>
            <a:ext cx="11064240" cy="975995"/>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lt1"/>
              </a:buClr>
              <a:buSzPts val="4000"/>
              <a:buFont typeface="Arial" panose="020B0604020202020204"/>
              <a:buNone/>
            </a:pPr>
            <a:r>
              <a:rPr lang="en-US" sz="4000" b="0" i="0" u="none" strike="noStrike" cap="none">
                <a:solidFill>
                  <a:schemeClr val="lt1"/>
                </a:solidFill>
                <a:latin typeface="Arial" panose="020B0604020202020204"/>
                <a:ea typeface="Arial" panose="020B0604020202020204"/>
                <a:cs typeface="Arial" panose="020B0604020202020204"/>
                <a:sym typeface="Arial" panose="020B0604020202020204"/>
              </a:rPr>
              <a:t>Parameter function Types</a:t>
            </a:r>
            <a:endParaRPr sz="4000" b="0" i="0" u="none" strike="noStrike" cap="none">
              <a:solidFill>
                <a:schemeClr val="lt1"/>
              </a:solidFill>
              <a:latin typeface="Arial" panose="020B0604020202020204"/>
              <a:ea typeface="Arial" panose="020B0604020202020204"/>
              <a:cs typeface="Arial" panose="020B0604020202020204"/>
              <a:sym typeface="Arial" panose="020B0604020202020204"/>
            </a:endParaRPr>
          </a:p>
        </p:txBody>
      </p:sp>
      <p:sp>
        <p:nvSpPr>
          <p:cNvPr id="136" name="Google Shape;136;p8"/>
          <p:cNvSpPr/>
          <p:nvPr/>
        </p:nvSpPr>
        <p:spPr>
          <a:xfrm rot="4705673">
            <a:off x="673100" y="723900"/>
            <a:ext cx="223838" cy="223838"/>
          </a:xfrm>
          <a:prstGeom prst="rtTriangl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panose="020F0502020204030204"/>
              <a:buNone/>
            </a:pPr>
            <a:endParaRPr sz="1800" b="0" i="0" u="none" strike="noStrike" cap="none">
              <a:solidFill>
                <a:schemeClr val="lt1"/>
              </a:solidFill>
              <a:latin typeface="Calibri" panose="020F0502020204030204"/>
              <a:ea typeface="Calibri" panose="020F0502020204030204"/>
              <a:cs typeface="Calibri" panose="020F0502020204030204"/>
              <a:sym typeface="Calibri" panose="020F0502020204030204"/>
            </a:endParaRPr>
          </a:p>
        </p:txBody>
      </p:sp>
      <p:sp>
        <p:nvSpPr>
          <p:cNvPr id="137" name="Google Shape;137;p8"/>
          <p:cNvSpPr/>
          <p:nvPr/>
        </p:nvSpPr>
        <p:spPr>
          <a:xfrm rot="-10558151">
            <a:off x="693738" y="677863"/>
            <a:ext cx="182563" cy="182563"/>
          </a:xfrm>
          <a:prstGeom prst="rtTriangle">
            <a:avLst/>
          </a:prstGeom>
          <a:solidFill>
            <a:schemeClr val="lt1">
              <a:alpha val="40000"/>
            </a:schemeClr>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panose="020F0502020204030204"/>
              <a:buNone/>
            </a:pPr>
            <a:endParaRPr sz="1800" b="0" i="0" u="none" strike="noStrike" cap="none">
              <a:solidFill>
                <a:schemeClr val="lt1"/>
              </a:solidFill>
              <a:latin typeface="Calibri" panose="020F0502020204030204"/>
              <a:ea typeface="Calibri" panose="020F0502020204030204"/>
              <a:cs typeface="Calibri" panose="020F0502020204030204"/>
              <a:sym typeface="Calibri" panose="020F0502020204030204"/>
            </a:endParaRPr>
          </a:p>
        </p:txBody>
      </p:sp>
      <p:pic>
        <p:nvPicPr>
          <p:cNvPr id="138" name="Google Shape;138;p8" descr="functionxx"/>
          <p:cNvPicPr preferRelativeResize="0"/>
          <p:nvPr/>
        </p:nvPicPr>
        <p:blipFill rotWithShape="1">
          <a:blip r:embed="rId3"/>
          <a:srcRect/>
          <a:stretch>
            <a:fillRect/>
          </a:stretch>
        </p:blipFill>
        <p:spPr>
          <a:xfrm>
            <a:off x="7249160" y="86995"/>
            <a:ext cx="4643755" cy="4059555"/>
          </a:xfrm>
          <a:prstGeom prst="rect">
            <a:avLst/>
          </a:prstGeom>
          <a:noFill/>
          <a:ln>
            <a:noFill/>
          </a:ln>
        </p:spPr>
      </p:pic>
      <p:pic>
        <p:nvPicPr>
          <p:cNvPr id="139" name="Google Shape;139;p8" descr="oopfunction"/>
          <p:cNvPicPr preferRelativeResize="0"/>
          <p:nvPr/>
        </p:nvPicPr>
        <p:blipFill rotWithShape="1">
          <a:blip r:embed="rId4"/>
          <a:srcRect/>
          <a:stretch>
            <a:fillRect/>
          </a:stretch>
        </p:blipFill>
        <p:spPr>
          <a:xfrm>
            <a:off x="7337425" y="4279265"/>
            <a:ext cx="4644390" cy="2578735"/>
          </a:xfrm>
          <a:prstGeom prst="rect">
            <a:avLst/>
          </a:prstGeom>
          <a:noFill/>
          <a:ln>
            <a:noFill/>
          </a:ln>
        </p:spPr>
      </p:pic>
      <p:pic>
        <p:nvPicPr>
          <p:cNvPr id="140" name="Google Shape;140;p8" descr="Aitrich Logo_Artboard 4"/>
          <p:cNvPicPr preferRelativeResize="0"/>
          <p:nvPr/>
        </p:nvPicPr>
        <p:blipFill rotWithShape="1">
          <a:blip r:embed="rId5"/>
          <a:srcRect/>
          <a:stretch>
            <a:fillRect/>
          </a:stretch>
        </p:blipFill>
        <p:spPr>
          <a:xfrm>
            <a:off x="74295" y="-90170"/>
            <a:ext cx="1275715" cy="956945"/>
          </a:xfrm>
          <a:prstGeom prst="rect">
            <a:avLst/>
          </a:prstGeom>
          <a:noFill/>
          <a:ln>
            <a:noFill/>
          </a:ln>
        </p:spPr>
      </p:pic>
    </p:spTree>
  </p:cSld>
  <p:clrMapOvr>
    <a:masterClrMapping/>
  </p:clrMapOvr>
  <mc:AlternateContent xmlns:mc="http://schemas.openxmlformats.org/markup-compatibility/2006" xmlns:p14="http://schemas.microsoft.com/office/powerpoint/2010/main">
    <mc:Choice Requires="p14">
      <p:transition spd="slow" p14:dur="1500">
        <p:split orient="vert" dir="in"/>
      </p:transition>
    </mc:Choice>
    <mc:Fallback xmlns="">
      <p:transition spd="slow">
        <p:split orient="vert" dir="in"/>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5"/>
                                        </p:tgtEl>
                                        <p:attrNameLst>
                                          <p:attrName>style.visibility</p:attrName>
                                        </p:attrNameLst>
                                      </p:cBhvr>
                                      <p:to>
                                        <p:strVal val="visible"/>
                                      </p:to>
                                    </p:set>
                                    <p:animEffect transition="in" filter="fade">
                                      <p:cBhvr>
                                        <p:cTn id="7" dur="1000"/>
                                        <p:tgtEl>
                                          <p:spTgt spid="13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34"/>
                                        </p:tgtEl>
                                        <p:attrNameLst>
                                          <p:attrName>style.visibility</p:attrName>
                                        </p:attrNameLst>
                                      </p:cBhvr>
                                      <p:to>
                                        <p:strVal val="visible"/>
                                      </p:to>
                                    </p:set>
                                    <p:animEffect transition="in" filter="fade">
                                      <p:cBhvr>
                                        <p:cTn id="12" dur="1000"/>
                                        <p:tgtEl>
                                          <p:spTgt spid="13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38"/>
                                        </p:tgtEl>
                                        <p:attrNameLst>
                                          <p:attrName>style.visibility</p:attrName>
                                        </p:attrNameLst>
                                      </p:cBhvr>
                                      <p:to>
                                        <p:strVal val="visible"/>
                                      </p:to>
                                    </p:set>
                                    <p:animEffect transition="in" filter="fade">
                                      <p:cBhvr>
                                        <p:cTn id="17" dur="500"/>
                                        <p:tgtEl>
                                          <p:spTgt spid="138"/>
                                        </p:tgtEl>
                                      </p:cBhvr>
                                    </p:animEffect>
                                  </p:childTnLst>
                                </p:cTn>
                              </p:par>
                              <p:par>
                                <p:cTn id="18" presetID="10" presetClass="entr" presetSubtype="0" fill="hold" nodeType="withEffect">
                                  <p:stCondLst>
                                    <p:cond delay="0"/>
                                  </p:stCondLst>
                                  <p:childTnLst>
                                    <p:set>
                                      <p:cBhvr>
                                        <p:cTn id="19" dur="1" fill="hold">
                                          <p:stCondLst>
                                            <p:cond delay="0"/>
                                          </p:stCondLst>
                                        </p:cTn>
                                        <p:tgtEl>
                                          <p:spTgt spid="139"/>
                                        </p:tgtEl>
                                        <p:attrNameLst>
                                          <p:attrName>style.visibility</p:attrName>
                                        </p:attrNameLst>
                                      </p:cBhvr>
                                      <p:to>
                                        <p:strVal val="visible"/>
                                      </p:to>
                                    </p:set>
                                    <p:animEffect transition="in" filter="fade">
                                      <p:cBhvr>
                                        <p:cTn id="20" dur="500"/>
                                        <p:tgtEl>
                                          <p:spTgt spid="1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44"/>
        <p:cNvGrpSpPr/>
        <p:nvPr/>
      </p:nvGrpSpPr>
      <p:grpSpPr>
        <a:xfrm>
          <a:off x="0" y="0"/>
          <a:ext cx="0" cy="0"/>
          <a:chOff x="0" y="0"/>
          <a:chExt cx="0" cy="0"/>
        </a:xfrm>
      </p:grpSpPr>
      <p:sp>
        <p:nvSpPr>
          <p:cNvPr id="145" name="Google Shape;145;p9"/>
          <p:cNvSpPr/>
          <p:nvPr/>
        </p:nvSpPr>
        <p:spPr>
          <a:xfrm>
            <a:off x="0" y="7620"/>
            <a:ext cx="12192000" cy="6858000"/>
          </a:xfrm>
          <a:prstGeom prst="rect">
            <a:avLst/>
          </a:prstGeom>
          <a:solidFill>
            <a:srgbClr val="383838"/>
          </a:solidFill>
          <a:ln w="12700" cap="flat" cmpd="sng">
            <a:solidFill>
              <a:srgbClr val="42719B"/>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panose="020F0502020204030204"/>
              <a:buNone/>
            </a:pPr>
            <a:endParaRPr sz="1800" b="0" i="0" u="none" strike="noStrike" cap="none">
              <a:solidFill>
                <a:schemeClr val="lt1"/>
              </a:solidFill>
              <a:latin typeface="Calibri" panose="020F0502020204030204"/>
              <a:ea typeface="Calibri" panose="020F0502020204030204"/>
              <a:cs typeface="Calibri" panose="020F0502020204030204"/>
              <a:sym typeface="Calibri" panose="020F0502020204030204"/>
            </a:endParaRPr>
          </a:p>
        </p:txBody>
      </p:sp>
      <p:cxnSp>
        <p:nvCxnSpPr>
          <p:cNvPr id="146" name="Google Shape;146;p9"/>
          <p:cNvCxnSpPr/>
          <p:nvPr/>
        </p:nvCxnSpPr>
        <p:spPr>
          <a:xfrm>
            <a:off x="2122488" y="2667000"/>
            <a:ext cx="6432550" cy="26988"/>
          </a:xfrm>
          <a:prstGeom prst="straightConnector1">
            <a:avLst/>
          </a:prstGeom>
          <a:solidFill>
            <a:srgbClr val="EE6351"/>
          </a:solidFill>
          <a:ln>
            <a:noFill/>
          </a:ln>
        </p:spPr>
      </p:cxnSp>
      <p:cxnSp>
        <p:nvCxnSpPr>
          <p:cNvPr id="147" name="Google Shape;147;p9"/>
          <p:cNvCxnSpPr/>
          <p:nvPr/>
        </p:nvCxnSpPr>
        <p:spPr>
          <a:xfrm>
            <a:off x="2122488" y="4110038"/>
            <a:ext cx="4799013" cy="36513"/>
          </a:xfrm>
          <a:prstGeom prst="straightConnector1">
            <a:avLst/>
          </a:prstGeom>
          <a:solidFill>
            <a:srgbClr val="EE6351"/>
          </a:solidFill>
          <a:ln>
            <a:noFill/>
          </a:ln>
        </p:spPr>
      </p:cxnSp>
      <p:cxnSp>
        <p:nvCxnSpPr>
          <p:cNvPr id="148" name="Google Shape;148;p9"/>
          <p:cNvCxnSpPr/>
          <p:nvPr/>
        </p:nvCxnSpPr>
        <p:spPr>
          <a:xfrm>
            <a:off x="2093913" y="5627688"/>
            <a:ext cx="3194050" cy="1588"/>
          </a:xfrm>
          <a:prstGeom prst="straightConnector1">
            <a:avLst/>
          </a:prstGeom>
          <a:solidFill>
            <a:srgbClr val="EE6351"/>
          </a:solidFill>
          <a:ln>
            <a:noFill/>
          </a:ln>
        </p:spPr>
      </p:cxnSp>
      <p:sp>
        <p:nvSpPr>
          <p:cNvPr id="149" name="Google Shape;149;p9"/>
          <p:cNvSpPr txBox="1"/>
          <p:nvPr/>
        </p:nvSpPr>
        <p:spPr>
          <a:xfrm>
            <a:off x="796290" y="1600200"/>
            <a:ext cx="6737350" cy="4512945"/>
          </a:xfrm>
          <a:prstGeom prst="rect">
            <a:avLst/>
          </a:prstGeom>
          <a:noFill/>
          <a:ln>
            <a:noFill/>
          </a:ln>
        </p:spPr>
        <p:txBody>
          <a:bodyPr spcFirstLastPara="1" wrap="square" lIns="91425" tIns="45700" rIns="91425" bIns="45700" anchor="t" anchorCtr="0">
            <a:noAutofit/>
          </a:bodyPr>
          <a:lstStyle/>
          <a:p>
            <a:pPr marL="457200" marR="0" lvl="0" indent="-457200" algn="l" rtl="0">
              <a:lnSpc>
                <a:spcPct val="100000"/>
              </a:lnSpc>
              <a:spcBef>
                <a:spcPts val="0"/>
              </a:spcBef>
              <a:spcAft>
                <a:spcPts val="0"/>
              </a:spcAft>
              <a:buClr>
                <a:srgbClr val="DFBB64"/>
              </a:buClr>
              <a:buSzPts val="2800"/>
              <a:buFont typeface="Wingdings" panose="05000000000000000000" charset="0"/>
              <a:buChar char="Ø"/>
            </a:pPr>
            <a:r>
              <a:rPr lang="en-US" sz="2800" b="0" i="0" u="none" strike="noStrike" cap="none" dirty="0">
                <a:solidFill>
                  <a:srgbClr val="DFBB64"/>
                </a:solidFill>
                <a:latin typeface="Calibri" panose="020F0502020204030204"/>
                <a:ea typeface="Calibri" panose="020F0502020204030204"/>
                <a:cs typeface="Calibri" panose="020F0502020204030204"/>
                <a:sym typeface="Calibri" panose="020F0502020204030204"/>
              </a:rPr>
              <a:t>Constructors are function which we will create with the name of class itself and</a:t>
            </a:r>
            <a:r>
              <a:rPr lang="en-IN" altLang="en-US" sz="2800" b="0" i="0" u="none" strike="noStrike" cap="none" dirty="0">
                <a:solidFill>
                  <a:srgbClr val="DFBB64"/>
                </a:solidFill>
                <a:latin typeface="Calibri" panose="020F0502020204030204"/>
                <a:ea typeface="Calibri" panose="020F0502020204030204"/>
                <a:cs typeface="Calibri" panose="020F0502020204030204"/>
                <a:sym typeface="Calibri" panose="020F0502020204030204"/>
              </a:rPr>
              <a:t>,</a:t>
            </a:r>
          </a:p>
          <a:p>
            <a:pPr marL="0" marR="0" lvl="0" indent="0" algn="l" rtl="0">
              <a:lnSpc>
                <a:spcPct val="100000"/>
              </a:lnSpc>
              <a:spcBef>
                <a:spcPts val="0"/>
              </a:spcBef>
              <a:spcAft>
                <a:spcPts val="0"/>
              </a:spcAft>
              <a:buClr>
                <a:srgbClr val="DFBB64"/>
              </a:buClr>
              <a:buSzPts val="2800"/>
              <a:buFont typeface="Wingdings" panose="05000000000000000000" charset="0"/>
              <a:buNone/>
            </a:pPr>
            <a:endParaRPr lang="en-IN" altLang="en-US" sz="2800" b="0" i="0" u="none" strike="noStrike" cap="none" dirty="0">
              <a:solidFill>
                <a:srgbClr val="DFBB64"/>
              </a:solidFill>
              <a:latin typeface="Calibri" panose="020F0502020204030204"/>
              <a:ea typeface="Calibri" panose="020F0502020204030204"/>
              <a:cs typeface="Calibri" panose="020F0502020204030204"/>
              <a:sym typeface="Calibri" panose="020F0502020204030204"/>
            </a:endParaRPr>
          </a:p>
          <a:p>
            <a:pPr marL="457200" marR="0" lvl="0" indent="-457200" algn="l" rtl="0">
              <a:lnSpc>
                <a:spcPct val="100000"/>
              </a:lnSpc>
              <a:spcBef>
                <a:spcPts val="0"/>
              </a:spcBef>
              <a:spcAft>
                <a:spcPts val="0"/>
              </a:spcAft>
              <a:buClr>
                <a:srgbClr val="DFBB64"/>
              </a:buClr>
              <a:buSzPts val="2800"/>
              <a:buFont typeface="Wingdings" panose="05000000000000000000" charset="0"/>
              <a:buChar char="Ø"/>
            </a:pPr>
            <a:r>
              <a:rPr lang="en-US" sz="2800" b="0" i="0" u="none" strike="noStrike" cap="none" dirty="0">
                <a:solidFill>
                  <a:srgbClr val="DFBB64"/>
                </a:solidFill>
                <a:latin typeface="Calibri" panose="020F0502020204030204"/>
                <a:ea typeface="Calibri" panose="020F0502020204030204"/>
                <a:cs typeface="Calibri" panose="020F0502020204030204"/>
                <a:sym typeface="Calibri" panose="020F0502020204030204"/>
              </a:rPr>
              <a:t> </a:t>
            </a:r>
            <a:r>
              <a:rPr lang="en-IN" altLang="en-US" sz="2800" b="0" i="0" u="none" strike="noStrike" cap="none" dirty="0">
                <a:solidFill>
                  <a:srgbClr val="DFBB64"/>
                </a:solidFill>
                <a:latin typeface="Calibri" panose="020F0502020204030204"/>
                <a:ea typeface="Calibri" panose="020F0502020204030204"/>
                <a:cs typeface="Calibri" panose="020F0502020204030204"/>
                <a:sym typeface="Calibri" panose="020F0502020204030204"/>
              </a:rPr>
              <a:t>W</a:t>
            </a:r>
            <a:r>
              <a:rPr lang="en-US" sz="2800" b="0" i="0" u="none" strike="noStrike" cap="none" dirty="0" err="1">
                <a:solidFill>
                  <a:srgbClr val="DFBB64"/>
                </a:solidFill>
                <a:latin typeface="Calibri" panose="020F0502020204030204"/>
                <a:ea typeface="Calibri" panose="020F0502020204030204"/>
                <a:cs typeface="Calibri" panose="020F0502020204030204"/>
                <a:sym typeface="Calibri" panose="020F0502020204030204"/>
              </a:rPr>
              <a:t>hich</a:t>
            </a:r>
            <a:r>
              <a:rPr lang="en-US" sz="2800" b="0" i="0" u="none" strike="noStrike" cap="none" dirty="0">
                <a:solidFill>
                  <a:srgbClr val="DFBB64"/>
                </a:solidFill>
                <a:latin typeface="Calibri" panose="020F0502020204030204"/>
                <a:ea typeface="Calibri" panose="020F0502020204030204"/>
                <a:cs typeface="Calibri" panose="020F0502020204030204"/>
                <a:sym typeface="Calibri" panose="020F0502020204030204"/>
              </a:rPr>
              <a:t> will execute automatically when the class is called.</a:t>
            </a:r>
          </a:p>
          <a:p>
            <a:pPr marR="0" lvl="0" algn="l" rtl="0">
              <a:lnSpc>
                <a:spcPct val="100000"/>
              </a:lnSpc>
              <a:spcBef>
                <a:spcPts val="0"/>
              </a:spcBef>
              <a:spcAft>
                <a:spcPts val="0"/>
              </a:spcAft>
              <a:buClr>
                <a:srgbClr val="DFBB64"/>
              </a:buClr>
              <a:buSzPts val="2800"/>
            </a:pPr>
            <a:endParaRPr sz="2800" b="0" i="0" u="none" strike="noStrike" cap="none" dirty="0">
              <a:solidFill>
                <a:srgbClr val="DFBB64"/>
              </a:solidFill>
              <a:latin typeface="Calibri" panose="020F0502020204030204"/>
              <a:ea typeface="Calibri" panose="020F0502020204030204"/>
              <a:cs typeface="Calibri" panose="020F0502020204030204"/>
              <a:sym typeface="Calibri" panose="020F0502020204030204"/>
            </a:endParaRPr>
          </a:p>
          <a:p>
            <a:pPr marL="457200" marR="0" lvl="0" indent="-457200" algn="l" rtl="0">
              <a:lnSpc>
                <a:spcPct val="100000"/>
              </a:lnSpc>
              <a:spcBef>
                <a:spcPts val="0"/>
              </a:spcBef>
              <a:spcAft>
                <a:spcPts val="0"/>
              </a:spcAft>
              <a:buClr>
                <a:srgbClr val="DFBB64"/>
              </a:buClr>
              <a:buSzPts val="2800"/>
              <a:buFont typeface="Wingdings" panose="05000000000000000000" charset="0"/>
              <a:buChar char="Ø"/>
            </a:pPr>
            <a:r>
              <a:rPr lang="en-IN" sz="2800" b="0" i="0" u="none" strike="noStrike" cap="none" dirty="0">
                <a:solidFill>
                  <a:srgbClr val="DFBB64"/>
                </a:solidFill>
                <a:latin typeface="Calibri" panose="020F0502020204030204"/>
                <a:ea typeface="Calibri" panose="020F0502020204030204"/>
                <a:cs typeface="Calibri" panose="020F0502020204030204"/>
                <a:sym typeface="Calibri" panose="020F0502020204030204"/>
              </a:rPr>
              <a:t>There are named constructors in dart, which will allow us to create and call by the default name we create. This constructor will only execute only if its called by that name.</a:t>
            </a:r>
          </a:p>
        </p:txBody>
      </p:sp>
      <p:sp>
        <p:nvSpPr>
          <p:cNvPr id="150" name="Google Shape;150;p9"/>
          <p:cNvSpPr/>
          <p:nvPr/>
        </p:nvSpPr>
        <p:spPr>
          <a:xfrm>
            <a:off x="916940" y="417830"/>
            <a:ext cx="11064240" cy="975995"/>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lt1"/>
              </a:buClr>
              <a:buSzPts val="4000"/>
              <a:buFont typeface="Arial" panose="020B0604020202020204"/>
              <a:buNone/>
            </a:pPr>
            <a:r>
              <a:rPr lang="en-US" sz="4000" b="0" i="0" u="none" strike="noStrike" cap="none">
                <a:solidFill>
                  <a:schemeClr val="lt1"/>
                </a:solidFill>
                <a:latin typeface="Arial" panose="020B0604020202020204"/>
                <a:ea typeface="Arial" panose="020B0604020202020204"/>
                <a:cs typeface="Arial" panose="020B0604020202020204"/>
                <a:sym typeface="Arial" panose="020B0604020202020204"/>
              </a:rPr>
              <a:t>Constructors </a:t>
            </a:r>
            <a:endParaRPr sz="4000" b="0" i="0" u="none" strike="noStrike" cap="none">
              <a:solidFill>
                <a:schemeClr val="lt1"/>
              </a:solidFill>
              <a:latin typeface="Arial" panose="020B0604020202020204"/>
              <a:ea typeface="Arial" panose="020B0604020202020204"/>
              <a:cs typeface="Arial" panose="020B0604020202020204"/>
              <a:sym typeface="Arial" panose="020B0604020202020204"/>
            </a:endParaRPr>
          </a:p>
        </p:txBody>
      </p:sp>
      <p:sp>
        <p:nvSpPr>
          <p:cNvPr id="151" name="Google Shape;151;p9"/>
          <p:cNvSpPr/>
          <p:nvPr/>
        </p:nvSpPr>
        <p:spPr>
          <a:xfrm rot="4705673">
            <a:off x="673100" y="723900"/>
            <a:ext cx="223838" cy="223838"/>
          </a:xfrm>
          <a:prstGeom prst="rtTriangl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panose="020F0502020204030204"/>
              <a:buNone/>
            </a:pPr>
            <a:endParaRPr sz="1800" b="0" i="0" u="none" strike="noStrike" cap="none">
              <a:solidFill>
                <a:schemeClr val="lt1"/>
              </a:solidFill>
              <a:latin typeface="Calibri" panose="020F0502020204030204"/>
              <a:ea typeface="Calibri" panose="020F0502020204030204"/>
              <a:cs typeface="Calibri" panose="020F0502020204030204"/>
              <a:sym typeface="Calibri" panose="020F0502020204030204"/>
            </a:endParaRPr>
          </a:p>
        </p:txBody>
      </p:sp>
      <p:sp>
        <p:nvSpPr>
          <p:cNvPr id="152" name="Google Shape;152;p9"/>
          <p:cNvSpPr/>
          <p:nvPr/>
        </p:nvSpPr>
        <p:spPr>
          <a:xfrm rot="-10558151">
            <a:off x="693738" y="677863"/>
            <a:ext cx="182563" cy="182563"/>
          </a:xfrm>
          <a:prstGeom prst="rtTriangle">
            <a:avLst/>
          </a:prstGeom>
          <a:solidFill>
            <a:schemeClr val="lt1">
              <a:alpha val="40000"/>
            </a:schemeClr>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panose="020F0502020204030204"/>
              <a:buNone/>
            </a:pPr>
            <a:endParaRPr sz="1800" b="0" i="0" u="none" strike="noStrike" cap="none">
              <a:solidFill>
                <a:schemeClr val="lt1"/>
              </a:solidFill>
              <a:latin typeface="Calibri" panose="020F0502020204030204"/>
              <a:ea typeface="Calibri" panose="020F0502020204030204"/>
              <a:cs typeface="Calibri" panose="020F0502020204030204"/>
              <a:sym typeface="Calibri" panose="020F0502020204030204"/>
            </a:endParaRPr>
          </a:p>
        </p:txBody>
      </p:sp>
      <p:pic>
        <p:nvPicPr>
          <p:cNvPr id="153" name="Google Shape;153;p9" descr="constructor"/>
          <p:cNvPicPr preferRelativeResize="0"/>
          <p:nvPr/>
        </p:nvPicPr>
        <p:blipFill rotWithShape="1">
          <a:blip r:embed="rId3"/>
          <a:srcRect t="2222" b="1209"/>
          <a:stretch>
            <a:fillRect/>
          </a:stretch>
        </p:blipFill>
        <p:spPr>
          <a:xfrm>
            <a:off x="7859395" y="333375"/>
            <a:ext cx="4029075" cy="6240780"/>
          </a:xfrm>
          <a:prstGeom prst="rect">
            <a:avLst/>
          </a:prstGeom>
          <a:noFill/>
          <a:ln>
            <a:noFill/>
          </a:ln>
        </p:spPr>
      </p:pic>
      <p:pic>
        <p:nvPicPr>
          <p:cNvPr id="154" name="Google Shape;154;p9" descr="Aitrich Logo_Artboard 4"/>
          <p:cNvPicPr preferRelativeResize="0"/>
          <p:nvPr/>
        </p:nvPicPr>
        <p:blipFill rotWithShape="1">
          <a:blip r:embed="rId4"/>
          <a:srcRect/>
          <a:stretch>
            <a:fillRect/>
          </a:stretch>
        </p:blipFill>
        <p:spPr>
          <a:xfrm>
            <a:off x="74295" y="-90170"/>
            <a:ext cx="1275715" cy="956945"/>
          </a:xfrm>
          <a:prstGeom prst="rect">
            <a:avLst/>
          </a:prstGeom>
          <a:noFill/>
          <a:ln>
            <a:noFill/>
          </a:ln>
        </p:spPr>
      </p:pic>
    </p:spTree>
  </p:cSld>
  <p:clrMapOvr>
    <a:masterClrMapping/>
  </p:clrMapOvr>
  <mc:AlternateContent xmlns:mc="http://schemas.openxmlformats.org/markup-compatibility/2006" xmlns:p14="http://schemas.microsoft.com/office/powerpoint/2010/main">
    <mc:Choice Requires="p14">
      <p:transition spd="slow" p14:dur="1500">
        <p:split orient="vert" dir="in"/>
      </p:transition>
    </mc:Choice>
    <mc:Fallback xmlns="">
      <p:transition spd="slow">
        <p:split orient="vert" dir="in"/>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50"/>
                                        </p:tgtEl>
                                        <p:attrNameLst>
                                          <p:attrName>style.visibility</p:attrName>
                                        </p:attrNameLst>
                                      </p:cBhvr>
                                      <p:to>
                                        <p:strVal val="visible"/>
                                      </p:to>
                                    </p:set>
                                    <p:animEffect transition="in" filter="fade">
                                      <p:cBhvr>
                                        <p:cTn id="7" dur="1000"/>
                                        <p:tgtEl>
                                          <p:spTgt spid="15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49"/>
                                        </p:tgtEl>
                                        <p:attrNameLst>
                                          <p:attrName>style.visibility</p:attrName>
                                        </p:attrNameLst>
                                      </p:cBhvr>
                                      <p:to>
                                        <p:strVal val="visible"/>
                                      </p:to>
                                    </p:set>
                                    <p:animEffect transition="in" filter="fade">
                                      <p:cBhvr>
                                        <p:cTn id="12" dur="1000"/>
                                        <p:tgtEl>
                                          <p:spTgt spid="14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53"/>
                                        </p:tgtEl>
                                        <p:attrNameLst>
                                          <p:attrName>style.visibility</p:attrName>
                                        </p:attrNameLst>
                                      </p:cBhvr>
                                      <p:to>
                                        <p:strVal val="visible"/>
                                      </p:to>
                                    </p:set>
                                    <p:animEffect transition="in" filter="fade">
                                      <p:cBhvr>
                                        <p:cTn id="17" dur="500"/>
                                        <p:tgtEl>
                                          <p:spTgt spid="15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58"/>
        <p:cNvGrpSpPr/>
        <p:nvPr/>
      </p:nvGrpSpPr>
      <p:grpSpPr>
        <a:xfrm>
          <a:off x="0" y="0"/>
          <a:ext cx="0" cy="0"/>
          <a:chOff x="0" y="0"/>
          <a:chExt cx="0" cy="0"/>
        </a:xfrm>
      </p:grpSpPr>
      <p:sp>
        <p:nvSpPr>
          <p:cNvPr id="159" name="Google Shape;159;p10"/>
          <p:cNvSpPr/>
          <p:nvPr/>
        </p:nvSpPr>
        <p:spPr>
          <a:xfrm>
            <a:off x="0" y="0"/>
            <a:ext cx="12192000" cy="6858000"/>
          </a:xfrm>
          <a:prstGeom prst="rect">
            <a:avLst/>
          </a:prstGeom>
          <a:solidFill>
            <a:srgbClr val="383838"/>
          </a:solidFill>
          <a:ln w="12700" cap="flat" cmpd="sng">
            <a:solidFill>
              <a:srgbClr val="42719B"/>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panose="020F0502020204030204"/>
              <a:buNone/>
            </a:pPr>
            <a:endParaRPr sz="1800" b="0" i="0" u="none" strike="noStrike" cap="none">
              <a:solidFill>
                <a:schemeClr val="lt1"/>
              </a:solidFill>
              <a:latin typeface="Calibri" panose="020F0502020204030204"/>
              <a:ea typeface="Calibri" panose="020F0502020204030204"/>
              <a:cs typeface="Calibri" panose="020F0502020204030204"/>
              <a:sym typeface="Calibri" panose="020F0502020204030204"/>
            </a:endParaRPr>
          </a:p>
        </p:txBody>
      </p:sp>
      <p:cxnSp>
        <p:nvCxnSpPr>
          <p:cNvPr id="160" name="Google Shape;160;p10"/>
          <p:cNvCxnSpPr/>
          <p:nvPr/>
        </p:nvCxnSpPr>
        <p:spPr>
          <a:xfrm>
            <a:off x="2122488" y="2667000"/>
            <a:ext cx="6432550" cy="26988"/>
          </a:xfrm>
          <a:prstGeom prst="straightConnector1">
            <a:avLst/>
          </a:prstGeom>
          <a:solidFill>
            <a:srgbClr val="EE6351"/>
          </a:solidFill>
          <a:ln>
            <a:noFill/>
          </a:ln>
        </p:spPr>
      </p:cxnSp>
      <p:cxnSp>
        <p:nvCxnSpPr>
          <p:cNvPr id="161" name="Google Shape;161;p10"/>
          <p:cNvCxnSpPr/>
          <p:nvPr/>
        </p:nvCxnSpPr>
        <p:spPr>
          <a:xfrm>
            <a:off x="2122488" y="4110038"/>
            <a:ext cx="4799013" cy="36513"/>
          </a:xfrm>
          <a:prstGeom prst="straightConnector1">
            <a:avLst/>
          </a:prstGeom>
          <a:solidFill>
            <a:srgbClr val="EE6351"/>
          </a:solidFill>
          <a:ln>
            <a:noFill/>
          </a:ln>
        </p:spPr>
      </p:cxnSp>
      <p:cxnSp>
        <p:nvCxnSpPr>
          <p:cNvPr id="162" name="Google Shape;162;p10"/>
          <p:cNvCxnSpPr/>
          <p:nvPr/>
        </p:nvCxnSpPr>
        <p:spPr>
          <a:xfrm>
            <a:off x="2093913" y="5627688"/>
            <a:ext cx="3194050" cy="1588"/>
          </a:xfrm>
          <a:prstGeom prst="straightConnector1">
            <a:avLst/>
          </a:prstGeom>
          <a:solidFill>
            <a:srgbClr val="EE6351"/>
          </a:solidFill>
          <a:ln>
            <a:noFill/>
          </a:ln>
        </p:spPr>
      </p:cxnSp>
      <p:sp>
        <p:nvSpPr>
          <p:cNvPr id="163" name="Google Shape;163;p10"/>
          <p:cNvSpPr txBox="1"/>
          <p:nvPr/>
        </p:nvSpPr>
        <p:spPr>
          <a:xfrm>
            <a:off x="406400" y="1724660"/>
            <a:ext cx="7727950" cy="484378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DFBB64"/>
              </a:buClr>
              <a:buSzPts val="2800"/>
              <a:buFont typeface="Calibri" panose="020F0502020204030204"/>
              <a:buNone/>
            </a:pPr>
            <a:r>
              <a:rPr lang="en-US" sz="2800" b="0" i="0" u="none" strike="noStrike" cap="none">
                <a:solidFill>
                  <a:srgbClr val="DFBB64"/>
                </a:solidFill>
                <a:latin typeface="Calibri" panose="020F0502020204030204"/>
                <a:ea typeface="Calibri" panose="020F0502020204030204"/>
                <a:cs typeface="Calibri" panose="020F0502020204030204"/>
                <a:sym typeface="Calibri" panose="020F0502020204030204"/>
              </a:rPr>
              <a:t>The keyword this refers to the current instance of the class.</a:t>
            </a:r>
            <a:endParaRPr sz="2800" b="0" i="0" u="none" strike="noStrike" cap="none">
              <a:solidFill>
                <a:srgbClr val="DFBB64"/>
              </a:solidFill>
              <a:latin typeface="Calibri" panose="020F0502020204030204"/>
              <a:ea typeface="Calibri" panose="020F0502020204030204"/>
              <a:cs typeface="Calibri" panose="020F0502020204030204"/>
              <a:sym typeface="Calibri" panose="020F0502020204030204"/>
            </a:endParaRPr>
          </a:p>
          <a:p>
            <a:pPr marL="0" marR="0" lvl="0" indent="0" algn="l" rtl="0">
              <a:lnSpc>
                <a:spcPct val="100000"/>
              </a:lnSpc>
              <a:spcBef>
                <a:spcPts val="0"/>
              </a:spcBef>
              <a:spcAft>
                <a:spcPts val="0"/>
              </a:spcAft>
              <a:buClr>
                <a:schemeClr val="dk1"/>
              </a:buClr>
              <a:buSzPts val="2800"/>
              <a:buFont typeface="Calibri" panose="020F0502020204030204"/>
              <a:buNone/>
            </a:pPr>
            <a:endParaRPr sz="2800" b="0" i="0" u="none" strike="noStrike" cap="none">
              <a:solidFill>
                <a:srgbClr val="DFBB64"/>
              </a:solidFill>
              <a:latin typeface="Calibri" panose="020F0502020204030204"/>
              <a:ea typeface="Calibri" panose="020F0502020204030204"/>
              <a:cs typeface="Calibri" panose="020F0502020204030204"/>
              <a:sym typeface="Calibri" panose="020F0502020204030204"/>
            </a:endParaRPr>
          </a:p>
          <a:p>
            <a:pPr marL="0" marR="0" lvl="0" indent="0" algn="l" rtl="0">
              <a:lnSpc>
                <a:spcPct val="100000"/>
              </a:lnSpc>
              <a:spcBef>
                <a:spcPts val="0"/>
              </a:spcBef>
              <a:spcAft>
                <a:spcPts val="0"/>
              </a:spcAft>
              <a:buClr>
                <a:srgbClr val="DFBB64"/>
              </a:buClr>
              <a:buSzPts val="2800"/>
              <a:buFont typeface="Calibri" panose="020F0502020204030204"/>
              <a:buNone/>
            </a:pPr>
            <a:r>
              <a:rPr lang="en-US" sz="2800" b="0" i="0" u="none" strike="noStrike" cap="none">
                <a:solidFill>
                  <a:srgbClr val="DFBB64"/>
                </a:solidFill>
                <a:latin typeface="Calibri" panose="020F0502020204030204"/>
                <a:ea typeface="Calibri" panose="020F0502020204030204"/>
                <a:cs typeface="Calibri" panose="020F0502020204030204"/>
                <a:sym typeface="Calibri" panose="020F0502020204030204"/>
              </a:rPr>
              <a:t>In the example, we have two string values with name str,</a:t>
            </a:r>
            <a:endParaRPr sz="2800" b="0" i="0" u="none" strike="noStrike" cap="none">
              <a:solidFill>
                <a:srgbClr val="DFBB64"/>
              </a:solidFill>
              <a:latin typeface="Calibri" panose="020F0502020204030204"/>
              <a:ea typeface="Calibri" panose="020F0502020204030204"/>
              <a:cs typeface="Calibri" panose="020F0502020204030204"/>
              <a:sym typeface="Calibri" panose="020F0502020204030204"/>
            </a:endParaRPr>
          </a:p>
          <a:p>
            <a:pPr marL="0" marR="0" lvl="0" indent="0" algn="l" rtl="0">
              <a:lnSpc>
                <a:spcPct val="100000"/>
              </a:lnSpc>
              <a:spcBef>
                <a:spcPts val="0"/>
              </a:spcBef>
              <a:spcAft>
                <a:spcPts val="0"/>
              </a:spcAft>
              <a:buClr>
                <a:schemeClr val="dk1"/>
              </a:buClr>
              <a:buSzPts val="2800"/>
              <a:buFont typeface="Calibri" panose="020F0502020204030204"/>
              <a:buNone/>
            </a:pPr>
            <a:endParaRPr sz="2800" b="0" i="0" u="none" strike="noStrike" cap="none">
              <a:solidFill>
                <a:srgbClr val="DFBB64"/>
              </a:solidFill>
              <a:latin typeface="Calibri" panose="020F0502020204030204"/>
              <a:ea typeface="Calibri" panose="020F0502020204030204"/>
              <a:cs typeface="Calibri" panose="020F0502020204030204"/>
              <a:sym typeface="Calibri" panose="020F0502020204030204"/>
            </a:endParaRPr>
          </a:p>
          <a:p>
            <a:pPr marL="0" marR="0" lvl="0" indent="0" algn="l" rtl="0">
              <a:lnSpc>
                <a:spcPct val="100000"/>
              </a:lnSpc>
              <a:spcBef>
                <a:spcPts val="0"/>
              </a:spcBef>
              <a:spcAft>
                <a:spcPts val="0"/>
              </a:spcAft>
              <a:buClr>
                <a:srgbClr val="DFBB64"/>
              </a:buClr>
              <a:buSzPts val="2000"/>
              <a:buFont typeface="Calibri" panose="020F0502020204030204"/>
              <a:buNone/>
            </a:pPr>
            <a:r>
              <a:rPr lang="en-US" sz="2000" b="0" i="0" u="none" strike="noStrike" cap="none">
                <a:solidFill>
                  <a:srgbClr val="DFBB64"/>
                </a:solidFill>
                <a:latin typeface="Calibri" panose="020F0502020204030204"/>
                <a:ea typeface="Calibri" panose="020F0502020204030204"/>
                <a:cs typeface="Calibri" panose="020F0502020204030204"/>
                <a:sym typeface="Calibri" panose="020F0502020204030204"/>
              </a:rPr>
              <a:t>One already defined in the class</a:t>
            </a:r>
            <a:endParaRPr sz="2000" b="0" i="0" u="none" strike="noStrike" cap="none">
              <a:solidFill>
                <a:srgbClr val="DFBB64"/>
              </a:solidFill>
              <a:latin typeface="Calibri" panose="020F0502020204030204"/>
              <a:ea typeface="Calibri" panose="020F0502020204030204"/>
              <a:cs typeface="Calibri" panose="020F0502020204030204"/>
              <a:sym typeface="Calibri" panose="020F0502020204030204"/>
            </a:endParaRPr>
          </a:p>
          <a:p>
            <a:pPr marL="0" marR="0" lvl="0" indent="0" algn="l" rtl="0">
              <a:lnSpc>
                <a:spcPct val="100000"/>
              </a:lnSpc>
              <a:spcBef>
                <a:spcPts val="0"/>
              </a:spcBef>
              <a:spcAft>
                <a:spcPts val="0"/>
              </a:spcAft>
              <a:buClr>
                <a:srgbClr val="DFBB64"/>
              </a:buClr>
              <a:buSzPts val="2000"/>
              <a:buFont typeface="Calibri" panose="020F0502020204030204"/>
              <a:buNone/>
            </a:pPr>
            <a:r>
              <a:rPr lang="en-US" sz="2000" b="0" i="0" u="none" strike="noStrike" cap="none">
                <a:solidFill>
                  <a:srgbClr val="DFBB64"/>
                </a:solidFill>
                <a:latin typeface="Calibri" panose="020F0502020204030204"/>
                <a:ea typeface="Calibri" panose="020F0502020204030204"/>
                <a:cs typeface="Calibri" panose="020F0502020204030204"/>
                <a:sym typeface="Calibri" panose="020F0502020204030204"/>
              </a:rPr>
              <a:t>Second is received from the parameter</a:t>
            </a:r>
            <a:endParaRPr sz="2000" b="0" i="0" u="none" strike="noStrike" cap="none">
              <a:solidFill>
                <a:srgbClr val="DFBB64"/>
              </a:solidFill>
              <a:latin typeface="Calibri" panose="020F0502020204030204"/>
              <a:ea typeface="Calibri" panose="020F0502020204030204"/>
              <a:cs typeface="Calibri" panose="020F0502020204030204"/>
              <a:sym typeface="Calibri" panose="020F0502020204030204"/>
            </a:endParaRPr>
          </a:p>
          <a:p>
            <a:pPr marL="0" marR="0" lvl="0" indent="0" algn="l" rtl="0">
              <a:lnSpc>
                <a:spcPct val="100000"/>
              </a:lnSpc>
              <a:spcBef>
                <a:spcPts val="0"/>
              </a:spcBef>
              <a:spcAft>
                <a:spcPts val="0"/>
              </a:spcAft>
              <a:buClr>
                <a:schemeClr val="dk1"/>
              </a:buClr>
              <a:buSzPts val="2000"/>
              <a:buFont typeface="Calibri" panose="020F0502020204030204"/>
              <a:buNone/>
            </a:pPr>
            <a:endParaRPr sz="2000" b="0" i="0" u="none" strike="noStrike" cap="none">
              <a:solidFill>
                <a:srgbClr val="DFBB64"/>
              </a:solidFill>
              <a:latin typeface="Calibri" panose="020F0502020204030204"/>
              <a:ea typeface="Calibri" panose="020F0502020204030204"/>
              <a:cs typeface="Calibri" panose="020F0502020204030204"/>
              <a:sym typeface="Calibri" panose="020F0502020204030204"/>
            </a:endParaRPr>
          </a:p>
          <a:p>
            <a:pPr marL="0" marR="0" lvl="0" indent="0" algn="l" rtl="0">
              <a:lnSpc>
                <a:spcPct val="100000"/>
              </a:lnSpc>
              <a:spcBef>
                <a:spcPts val="0"/>
              </a:spcBef>
              <a:spcAft>
                <a:spcPts val="0"/>
              </a:spcAft>
              <a:buClr>
                <a:srgbClr val="DFBB64"/>
              </a:buClr>
              <a:buSzPts val="2800"/>
              <a:buFont typeface="Calibri" panose="020F0502020204030204"/>
              <a:buNone/>
            </a:pPr>
            <a:r>
              <a:rPr lang="en-US" sz="2800" b="0" i="0" u="none" strike="noStrike" cap="none">
                <a:solidFill>
                  <a:srgbClr val="DFBB64"/>
                </a:solidFill>
                <a:latin typeface="Calibri" panose="020F0502020204030204"/>
                <a:ea typeface="Calibri" panose="020F0502020204030204"/>
                <a:cs typeface="Calibri" panose="020F0502020204030204"/>
                <a:sym typeface="Calibri" panose="020F0502020204030204"/>
              </a:rPr>
              <a:t>By only using this keyword we printed the value from the class.</a:t>
            </a:r>
            <a:endParaRPr sz="2800" b="0" i="0" u="none" strike="noStrike" cap="none">
              <a:solidFill>
                <a:srgbClr val="DFBB64"/>
              </a:solidFill>
              <a:latin typeface="Calibri" panose="020F0502020204030204"/>
              <a:ea typeface="Calibri" panose="020F0502020204030204"/>
              <a:cs typeface="Calibri" panose="020F0502020204030204"/>
              <a:sym typeface="Calibri" panose="020F0502020204030204"/>
            </a:endParaRPr>
          </a:p>
        </p:txBody>
      </p:sp>
      <p:sp>
        <p:nvSpPr>
          <p:cNvPr id="164" name="Google Shape;164;p10"/>
          <p:cNvSpPr/>
          <p:nvPr/>
        </p:nvSpPr>
        <p:spPr>
          <a:xfrm>
            <a:off x="1009650" y="418465"/>
            <a:ext cx="10848340" cy="975995"/>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lt1"/>
              </a:buClr>
              <a:buSzPts val="4000"/>
              <a:buFont typeface="Arial" panose="020B0604020202020204"/>
              <a:buNone/>
            </a:pPr>
            <a:r>
              <a:rPr lang="en-US" sz="4000" b="0" i="0" u="none" strike="noStrike" cap="none">
                <a:solidFill>
                  <a:schemeClr val="lt1"/>
                </a:solidFill>
                <a:latin typeface="Arial" panose="020B0604020202020204"/>
                <a:ea typeface="Arial" panose="020B0604020202020204"/>
                <a:cs typeface="Arial" panose="020B0604020202020204"/>
                <a:sym typeface="Arial" panose="020B0604020202020204"/>
              </a:rPr>
              <a:t>this keyword</a:t>
            </a:r>
            <a:endParaRPr sz="4000" b="0" i="0" u="none" strike="noStrike" cap="none">
              <a:solidFill>
                <a:schemeClr val="lt1"/>
              </a:solidFill>
              <a:latin typeface="Arial" panose="020B0604020202020204"/>
              <a:ea typeface="Arial" panose="020B0604020202020204"/>
              <a:cs typeface="Arial" panose="020B0604020202020204"/>
              <a:sym typeface="Arial" panose="020B0604020202020204"/>
            </a:endParaRPr>
          </a:p>
        </p:txBody>
      </p:sp>
      <p:sp>
        <p:nvSpPr>
          <p:cNvPr id="165" name="Google Shape;165;p10"/>
          <p:cNvSpPr/>
          <p:nvPr/>
        </p:nvSpPr>
        <p:spPr>
          <a:xfrm rot="4705673">
            <a:off x="673100" y="723900"/>
            <a:ext cx="223838" cy="223838"/>
          </a:xfrm>
          <a:prstGeom prst="rtTriangl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panose="020F0502020204030204"/>
              <a:buNone/>
            </a:pPr>
            <a:endParaRPr sz="1800" b="0" i="0" u="none" strike="noStrike" cap="none">
              <a:solidFill>
                <a:schemeClr val="lt1"/>
              </a:solidFill>
              <a:latin typeface="Calibri" panose="020F0502020204030204"/>
              <a:ea typeface="Calibri" panose="020F0502020204030204"/>
              <a:cs typeface="Calibri" panose="020F0502020204030204"/>
              <a:sym typeface="Calibri" panose="020F0502020204030204"/>
            </a:endParaRPr>
          </a:p>
        </p:txBody>
      </p:sp>
      <p:sp>
        <p:nvSpPr>
          <p:cNvPr id="166" name="Google Shape;166;p10"/>
          <p:cNvSpPr/>
          <p:nvPr/>
        </p:nvSpPr>
        <p:spPr>
          <a:xfrm rot="-10558151">
            <a:off x="693738" y="677863"/>
            <a:ext cx="182563" cy="182563"/>
          </a:xfrm>
          <a:prstGeom prst="rtTriangle">
            <a:avLst/>
          </a:prstGeom>
          <a:solidFill>
            <a:schemeClr val="lt1">
              <a:alpha val="40000"/>
            </a:schemeClr>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panose="020F0502020204030204"/>
              <a:buNone/>
            </a:pPr>
            <a:endParaRPr sz="1800" b="0" i="0" u="none" strike="noStrike" cap="none">
              <a:solidFill>
                <a:schemeClr val="lt1"/>
              </a:solidFill>
              <a:latin typeface="Calibri" panose="020F0502020204030204"/>
              <a:ea typeface="Calibri" panose="020F0502020204030204"/>
              <a:cs typeface="Calibri" panose="020F0502020204030204"/>
              <a:sym typeface="Calibri" panose="020F0502020204030204"/>
            </a:endParaRPr>
          </a:p>
        </p:txBody>
      </p:sp>
      <p:pic>
        <p:nvPicPr>
          <p:cNvPr id="167" name="Google Shape;167;p10" descr="Aitrich Logo_Artboard 4"/>
          <p:cNvPicPr preferRelativeResize="0"/>
          <p:nvPr/>
        </p:nvPicPr>
        <p:blipFill rotWithShape="1">
          <a:blip r:embed="rId3"/>
          <a:srcRect/>
          <a:stretch>
            <a:fillRect/>
          </a:stretch>
        </p:blipFill>
        <p:spPr>
          <a:xfrm>
            <a:off x="74295" y="-90170"/>
            <a:ext cx="1275715" cy="956945"/>
          </a:xfrm>
          <a:prstGeom prst="rect">
            <a:avLst/>
          </a:prstGeom>
          <a:noFill/>
          <a:ln>
            <a:noFill/>
          </a:ln>
        </p:spPr>
      </p:pic>
      <p:pic>
        <p:nvPicPr>
          <p:cNvPr id="168" name="Google Shape;168;p10" descr="this keyword"/>
          <p:cNvPicPr preferRelativeResize="0"/>
          <p:nvPr/>
        </p:nvPicPr>
        <p:blipFill rotWithShape="1">
          <a:blip r:embed="rId4"/>
          <a:srcRect/>
          <a:stretch>
            <a:fillRect/>
          </a:stretch>
        </p:blipFill>
        <p:spPr>
          <a:xfrm>
            <a:off x="7788275" y="332105"/>
            <a:ext cx="4276725" cy="6236335"/>
          </a:xfrm>
          <a:prstGeom prst="rect">
            <a:avLst/>
          </a:prstGeom>
          <a:noFill/>
          <a:ln>
            <a:noFill/>
          </a:ln>
        </p:spPr>
      </p:pic>
    </p:spTree>
  </p:cSld>
  <p:clrMapOvr>
    <a:masterClrMapping/>
  </p:clrMapOvr>
  <mc:AlternateContent xmlns:mc="http://schemas.openxmlformats.org/markup-compatibility/2006" xmlns:p14="http://schemas.microsoft.com/office/powerpoint/2010/main">
    <mc:Choice Requires="p14">
      <p:transition spd="slow" p14:dur="1500">
        <p:split orient="vert" dir="in"/>
      </p:transition>
    </mc:Choice>
    <mc:Fallback xmlns="">
      <p:transition spd="slow">
        <p:split orient="vert" dir="in"/>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64"/>
                                        </p:tgtEl>
                                        <p:attrNameLst>
                                          <p:attrName>style.visibility</p:attrName>
                                        </p:attrNameLst>
                                      </p:cBhvr>
                                      <p:to>
                                        <p:strVal val="visible"/>
                                      </p:to>
                                    </p:set>
                                    <p:animEffect transition="in" filter="fade">
                                      <p:cBhvr>
                                        <p:cTn id="7" dur="1000"/>
                                        <p:tgtEl>
                                          <p:spTgt spid="16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63"/>
                                        </p:tgtEl>
                                        <p:attrNameLst>
                                          <p:attrName>style.visibility</p:attrName>
                                        </p:attrNameLst>
                                      </p:cBhvr>
                                      <p:to>
                                        <p:strVal val="visible"/>
                                      </p:to>
                                    </p:set>
                                    <p:animEffect transition="in" filter="fade">
                                      <p:cBhvr>
                                        <p:cTn id="12" dur="1000"/>
                                        <p:tgtEl>
                                          <p:spTgt spid="16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68"/>
                                        </p:tgtEl>
                                        <p:attrNameLst>
                                          <p:attrName>style.visibility</p:attrName>
                                        </p:attrNameLst>
                                      </p:cBhvr>
                                      <p:to>
                                        <p:strVal val="visible"/>
                                      </p:to>
                                    </p:set>
                                    <p:animEffect transition="in" filter="fade">
                                      <p:cBhvr>
                                        <p:cTn id="17" dur="500"/>
                                        <p:tgtEl>
                                          <p:spTgt spid="16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72"/>
        <p:cNvGrpSpPr/>
        <p:nvPr/>
      </p:nvGrpSpPr>
      <p:grpSpPr>
        <a:xfrm>
          <a:off x="0" y="0"/>
          <a:ext cx="0" cy="0"/>
          <a:chOff x="0" y="0"/>
          <a:chExt cx="0" cy="0"/>
        </a:xfrm>
      </p:grpSpPr>
      <p:sp>
        <p:nvSpPr>
          <p:cNvPr id="173" name="Google Shape;173;p11"/>
          <p:cNvSpPr/>
          <p:nvPr/>
        </p:nvSpPr>
        <p:spPr>
          <a:xfrm>
            <a:off x="0" y="0"/>
            <a:ext cx="12192000" cy="6858000"/>
          </a:xfrm>
          <a:prstGeom prst="rect">
            <a:avLst/>
          </a:prstGeom>
          <a:solidFill>
            <a:srgbClr val="383838"/>
          </a:solidFill>
          <a:ln w="12700" cap="flat" cmpd="sng">
            <a:solidFill>
              <a:srgbClr val="42719B"/>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panose="020F0502020204030204"/>
              <a:buNone/>
            </a:pPr>
            <a:endParaRPr sz="1800" b="0" i="0" u="none" strike="noStrike" cap="none">
              <a:solidFill>
                <a:schemeClr val="lt1"/>
              </a:solidFill>
              <a:latin typeface="Calibri" panose="020F0502020204030204"/>
              <a:ea typeface="Calibri" panose="020F0502020204030204"/>
              <a:cs typeface="Calibri" panose="020F0502020204030204"/>
              <a:sym typeface="Calibri" panose="020F0502020204030204"/>
            </a:endParaRPr>
          </a:p>
        </p:txBody>
      </p:sp>
      <p:cxnSp>
        <p:nvCxnSpPr>
          <p:cNvPr id="174" name="Google Shape;174;p11"/>
          <p:cNvCxnSpPr/>
          <p:nvPr/>
        </p:nvCxnSpPr>
        <p:spPr>
          <a:xfrm>
            <a:off x="2122488" y="2667000"/>
            <a:ext cx="6432550" cy="26988"/>
          </a:xfrm>
          <a:prstGeom prst="straightConnector1">
            <a:avLst/>
          </a:prstGeom>
          <a:solidFill>
            <a:srgbClr val="EE6351"/>
          </a:solidFill>
          <a:ln>
            <a:noFill/>
          </a:ln>
        </p:spPr>
      </p:cxnSp>
      <p:cxnSp>
        <p:nvCxnSpPr>
          <p:cNvPr id="175" name="Google Shape;175;p11"/>
          <p:cNvCxnSpPr/>
          <p:nvPr/>
        </p:nvCxnSpPr>
        <p:spPr>
          <a:xfrm>
            <a:off x="2122488" y="4110038"/>
            <a:ext cx="4799013" cy="36513"/>
          </a:xfrm>
          <a:prstGeom prst="straightConnector1">
            <a:avLst/>
          </a:prstGeom>
          <a:solidFill>
            <a:srgbClr val="EE6351"/>
          </a:solidFill>
          <a:ln>
            <a:noFill/>
          </a:ln>
        </p:spPr>
      </p:cxnSp>
      <p:cxnSp>
        <p:nvCxnSpPr>
          <p:cNvPr id="176" name="Google Shape;176;p11"/>
          <p:cNvCxnSpPr/>
          <p:nvPr/>
        </p:nvCxnSpPr>
        <p:spPr>
          <a:xfrm>
            <a:off x="2093913" y="5627688"/>
            <a:ext cx="3194050" cy="1588"/>
          </a:xfrm>
          <a:prstGeom prst="straightConnector1">
            <a:avLst/>
          </a:prstGeom>
          <a:solidFill>
            <a:srgbClr val="EE6351"/>
          </a:solidFill>
          <a:ln>
            <a:noFill/>
          </a:ln>
        </p:spPr>
      </p:cxnSp>
      <p:sp>
        <p:nvSpPr>
          <p:cNvPr id="177" name="Google Shape;177;p11"/>
          <p:cNvSpPr txBox="1"/>
          <p:nvPr/>
        </p:nvSpPr>
        <p:spPr>
          <a:xfrm>
            <a:off x="883285" y="1724660"/>
            <a:ext cx="7251065" cy="4781550"/>
          </a:xfrm>
          <a:prstGeom prst="rect">
            <a:avLst/>
          </a:prstGeom>
          <a:noFill/>
          <a:ln>
            <a:noFill/>
          </a:ln>
        </p:spPr>
        <p:txBody>
          <a:bodyPr spcFirstLastPara="1" wrap="square" lIns="91425" tIns="45700" rIns="91425" bIns="45700" anchor="t" anchorCtr="0">
            <a:noAutofit/>
          </a:bodyPr>
          <a:lstStyle/>
          <a:p>
            <a:pPr marL="457200" marR="0" lvl="0" indent="-457200" algn="l" rtl="0">
              <a:lnSpc>
                <a:spcPct val="100000"/>
              </a:lnSpc>
              <a:spcBef>
                <a:spcPts val="0"/>
              </a:spcBef>
              <a:spcAft>
                <a:spcPts val="0"/>
              </a:spcAft>
              <a:buClr>
                <a:srgbClr val="DFBB64"/>
              </a:buClr>
              <a:buSzPts val="2800"/>
              <a:buFont typeface="Arial" panose="020B0604020202020204"/>
              <a:buChar char="•"/>
            </a:pPr>
            <a:r>
              <a:rPr lang="en-US" sz="2800" b="0" i="0" u="none" strike="noStrike" cap="none">
                <a:solidFill>
                  <a:srgbClr val="DFBB64"/>
                </a:solidFill>
                <a:latin typeface="Calibri" panose="020F0502020204030204"/>
                <a:ea typeface="Calibri" panose="020F0502020204030204"/>
                <a:cs typeface="Calibri" panose="020F0502020204030204"/>
                <a:sym typeface="Calibri" panose="020F0502020204030204"/>
              </a:rPr>
              <a:t>Getters or accessors are defined using get keyword.</a:t>
            </a:r>
            <a:endParaRPr sz="2800" b="0" i="0" u="none" strike="noStrike" cap="none">
              <a:solidFill>
                <a:srgbClr val="DFBB64"/>
              </a:solidFill>
              <a:latin typeface="Calibri" panose="020F0502020204030204"/>
              <a:ea typeface="Calibri" panose="020F0502020204030204"/>
              <a:cs typeface="Calibri" panose="020F0502020204030204"/>
              <a:sym typeface="Calibri" panose="020F0502020204030204"/>
            </a:endParaRPr>
          </a:p>
          <a:p>
            <a:pPr marL="457200" marR="0" lvl="0" indent="-457200" algn="l" rtl="0">
              <a:lnSpc>
                <a:spcPct val="100000"/>
              </a:lnSpc>
              <a:spcBef>
                <a:spcPts val="0"/>
              </a:spcBef>
              <a:spcAft>
                <a:spcPts val="0"/>
              </a:spcAft>
              <a:buClr>
                <a:srgbClr val="DFBB64"/>
              </a:buClr>
              <a:buSzPts val="2800"/>
              <a:buFont typeface="Arial" panose="020B0604020202020204"/>
              <a:buChar char="•"/>
            </a:pPr>
            <a:r>
              <a:rPr lang="en-US" sz="2800" b="0" i="0" u="none" strike="noStrike" cap="none">
                <a:solidFill>
                  <a:srgbClr val="DFBB64"/>
                </a:solidFill>
                <a:latin typeface="Calibri" panose="020F0502020204030204"/>
                <a:ea typeface="Calibri" panose="020F0502020204030204"/>
                <a:cs typeface="Calibri" panose="020F0502020204030204"/>
                <a:sym typeface="Calibri" panose="020F0502020204030204"/>
              </a:rPr>
              <a:t>Setters or mutators are defined using set keyword.</a:t>
            </a:r>
            <a:endParaRPr sz="2800" b="0" i="0" u="none" strike="noStrike" cap="none">
              <a:solidFill>
                <a:srgbClr val="DFBB64"/>
              </a:solidFill>
              <a:latin typeface="Calibri" panose="020F0502020204030204"/>
              <a:ea typeface="Calibri" panose="020F0502020204030204"/>
              <a:cs typeface="Calibri" panose="020F0502020204030204"/>
              <a:sym typeface="Calibri" panose="020F0502020204030204"/>
            </a:endParaRPr>
          </a:p>
          <a:p>
            <a:pPr marL="457200" marR="0" lvl="0" indent="-279400" algn="l" rtl="0">
              <a:lnSpc>
                <a:spcPct val="100000"/>
              </a:lnSpc>
              <a:spcBef>
                <a:spcPts val="0"/>
              </a:spcBef>
              <a:spcAft>
                <a:spcPts val="0"/>
              </a:spcAft>
              <a:buClr>
                <a:schemeClr val="dk1"/>
              </a:buClr>
              <a:buSzPts val="2800"/>
              <a:buFont typeface="Arial" panose="020B0604020202020204"/>
              <a:buNone/>
            </a:pPr>
            <a:endParaRPr sz="2800" b="0" i="0" u="none" strike="noStrike" cap="none">
              <a:solidFill>
                <a:srgbClr val="DFBB64"/>
              </a:solidFill>
              <a:latin typeface="Calibri" panose="020F0502020204030204"/>
              <a:ea typeface="Calibri" panose="020F0502020204030204"/>
              <a:cs typeface="Calibri" panose="020F0502020204030204"/>
              <a:sym typeface="Calibri" panose="020F0502020204030204"/>
            </a:endParaRPr>
          </a:p>
          <a:p>
            <a:pPr marL="0" marR="0" lvl="0" indent="0" algn="l" rtl="0">
              <a:lnSpc>
                <a:spcPct val="100000"/>
              </a:lnSpc>
              <a:spcBef>
                <a:spcPts val="0"/>
              </a:spcBef>
              <a:spcAft>
                <a:spcPts val="0"/>
              </a:spcAft>
              <a:buClr>
                <a:schemeClr val="dk1"/>
              </a:buClr>
              <a:buSzPts val="2800"/>
              <a:buFont typeface="Arial" panose="020B0604020202020204"/>
              <a:buNone/>
            </a:pPr>
            <a:endParaRPr sz="2800" b="0" i="0" u="none" strike="noStrike" cap="none">
              <a:solidFill>
                <a:srgbClr val="DFBB64"/>
              </a:solidFill>
              <a:latin typeface="Calibri" panose="020F0502020204030204"/>
              <a:ea typeface="Calibri" panose="020F0502020204030204"/>
              <a:cs typeface="Calibri" panose="020F0502020204030204"/>
              <a:sym typeface="Calibri" panose="020F0502020204030204"/>
            </a:endParaRPr>
          </a:p>
          <a:p>
            <a:pPr marL="0" marR="0" lvl="0" indent="0" algn="l" rtl="0">
              <a:lnSpc>
                <a:spcPct val="100000"/>
              </a:lnSpc>
              <a:spcBef>
                <a:spcPts val="0"/>
              </a:spcBef>
              <a:spcAft>
                <a:spcPts val="0"/>
              </a:spcAft>
              <a:buClr>
                <a:srgbClr val="DFBB64"/>
              </a:buClr>
              <a:buSzPts val="2800"/>
              <a:buFont typeface="Arial" panose="020B0604020202020204"/>
              <a:buNone/>
            </a:pPr>
            <a:r>
              <a:rPr lang="en-US" sz="2800" b="0" i="0" u="none" strike="noStrike" cap="none">
                <a:solidFill>
                  <a:srgbClr val="DFBB64"/>
                </a:solidFill>
                <a:latin typeface="Calibri" panose="020F0502020204030204"/>
                <a:ea typeface="Calibri" panose="020F0502020204030204"/>
                <a:cs typeface="Calibri" panose="020F0502020204030204"/>
                <a:sym typeface="Calibri" panose="020F0502020204030204"/>
              </a:rPr>
              <a:t>(The setter must be executed first, otherwise    getters will get a null value)</a:t>
            </a:r>
            <a:endParaRPr sz="2800" b="0" i="0" u="none" strike="noStrike" cap="none">
              <a:solidFill>
                <a:srgbClr val="DFBB64"/>
              </a:solidFill>
              <a:latin typeface="Calibri" panose="020F0502020204030204"/>
              <a:ea typeface="Calibri" panose="020F0502020204030204"/>
              <a:cs typeface="Calibri" panose="020F0502020204030204"/>
              <a:sym typeface="Calibri" panose="020F0502020204030204"/>
            </a:endParaRPr>
          </a:p>
        </p:txBody>
      </p:sp>
      <p:sp>
        <p:nvSpPr>
          <p:cNvPr id="178" name="Google Shape;178;p11"/>
          <p:cNvSpPr/>
          <p:nvPr/>
        </p:nvSpPr>
        <p:spPr>
          <a:xfrm>
            <a:off x="1009650" y="418465"/>
            <a:ext cx="10848340" cy="975995"/>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lt1"/>
              </a:buClr>
              <a:buSzPts val="4000"/>
              <a:buFont typeface="Arial" panose="020B0604020202020204"/>
              <a:buNone/>
            </a:pPr>
            <a:r>
              <a:rPr lang="en-US" sz="4000" b="0" i="0" u="none" strike="noStrike" cap="none">
                <a:solidFill>
                  <a:schemeClr val="lt1"/>
                </a:solidFill>
                <a:latin typeface="Arial" panose="020B0604020202020204"/>
                <a:ea typeface="Arial" panose="020B0604020202020204"/>
                <a:cs typeface="Arial" panose="020B0604020202020204"/>
                <a:sym typeface="Arial" panose="020B0604020202020204"/>
              </a:rPr>
              <a:t>Setters/Getters</a:t>
            </a:r>
            <a:endParaRPr sz="4000" b="0" i="0" u="none" strike="noStrike" cap="none">
              <a:solidFill>
                <a:schemeClr val="lt1"/>
              </a:solidFill>
              <a:latin typeface="Arial" panose="020B0604020202020204"/>
              <a:ea typeface="Arial" panose="020B0604020202020204"/>
              <a:cs typeface="Arial" panose="020B0604020202020204"/>
              <a:sym typeface="Arial" panose="020B0604020202020204"/>
            </a:endParaRPr>
          </a:p>
        </p:txBody>
      </p:sp>
      <p:sp>
        <p:nvSpPr>
          <p:cNvPr id="179" name="Google Shape;179;p11"/>
          <p:cNvSpPr/>
          <p:nvPr/>
        </p:nvSpPr>
        <p:spPr>
          <a:xfrm rot="4705673">
            <a:off x="673100" y="723900"/>
            <a:ext cx="223838" cy="223838"/>
          </a:xfrm>
          <a:prstGeom prst="rtTriangl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panose="020F0502020204030204"/>
              <a:buNone/>
            </a:pPr>
            <a:endParaRPr sz="1800" b="0" i="0" u="none" strike="noStrike" cap="none">
              <a:solidFill>
                <a:schemeClr val="lt1"/>
              </a:solidFill>
              <a:latin typeface="Calibri" panose="020F0502020204030204"/>
              <a:ea typeface="Calibri" panose="020F0502020204030204"/>
              <a:cs typeface="Calibri" panose="020F0502020204030204"/>
              <a:sym typeface="Calibri" panose="020F0502020204030204"/>
            </a:endParaRPr>
          </a:p>
        </p:txBody>
      </p:sp>
      <p:sp>
        <p:nvSpPr>
          <p:cNvPr id="180" name="Google Shape;180;p11"/>
          <p:cNvSpPr/>
          <p:nvPr/>
        </p:nvSpPr>
        <p:spPr>
          <a:xfrm rot="-10558151">
            <a:off x="693738" y="677863"/>
            <a:ext cx="182563" cy="182563"/>
          </a:xfrm>
          <a:prstGeom prst="rtTriangle">
            <a:avLst/>
          </a:prstGeom>
          <a:solidFill>
            <a:schemeClr val="lt1">
              <a:alpha val="40000"/>
            </a:schemeClr>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panose="020F0502020204030204"/>
              <a:buNone/>
            </a:pPr>
            <a:endParaRPr sz="1800" b="0" i="0" u="none" strike="noStrike" cap="none">
              <a:solidFill>
                <a:schemeClr val="lt1"/>
              </a:solidFill>
              <a:latin typeface="Calibri" panose="020F0502020204030204"/>
              <a:ea typeface="Calibri" panose="020F0502020204030204"/>
              <a:cs typeface="Calibri" panose="020F0502020204030204"/>
              <a:sym typeface="Calibri" panose="020F0502020204030204"/>
            </a:endParaRPr>
          </a:p>
        </p:txBody>
      </p:sp>
      <p:pic>
        <p:nvPicPr>
          <p:cNvPr id="181" name="Google Shape;181;p11" descr="set"/>
          <p:cNvPicPr preferRelativeResize="0"/>
          <p:nvPr/>
        </p:nvPicPr>
        <p:blipFill rotWithShape="1">
          <a:blip r:embed="rId3"/>
          <a:srcRect t="2423" r="8684" b="1240"/>
          <a:stretch>
            <a:fillRect/>
          </a:stretch>
        </p:blipFill>
        <p:spPr>
          <a:xfrm>
            <a:off x="7926070" y="540385"/>
            <a:ext cx="3827780" cy="5965825"/>
          </a:xfrm>
          <a:prstGeom prst="rect">
            <a:avLst/>
          </a:prstGeom>
          <a:noFill/>
          <a:ln>
            <a:noFill/>
          </a:ln>
        </p:spPr>
      </p:pic>
      <p:pic>
        <p:nvPicPr>
          <p:cNvPr id="182" name="Google Shape;182;p11" descr="Aitrich Logo_Artboard 4"/>
          <p:cNvPicPr preferRelativeResize="0"/>
          <p:nvPr/>
        </p:nvPicPr>
        <p:blipFill rotWithShape="1">
          <a:blip r:embed="rId4"/>
          <a:srcRect/>
          <a:stretch>
            <a:fillRect/>
          </a:stretch>
        </p:blipFill>
        <p:spPr>
          <a:xfrm>
            <a:off x="74295" y="-90170"/>
            <a:ext cx="1275715" cy="956945"/>
          </a:xfrm>
          <a:prstGeom prst="rect">
            <a:avLst/>
          </a:prstGeom>
          <a:noFill/>
          <a:ln>
            <a:noFill/>
          </a:ln>
        </p:spPr>
      </p:pic>
    </p:spTree>
  </p:cSld>
  <p:clrMapOvr>
    <a:masterClrMapping/>
  </p:clrMapOvr>
  <mc:AlternateContent xmlns:mc="http://schemas.openxmlformats.org/markup-compatibility/2006" xmlns:p14="http://schemas.microsoft.com/office/powerpoint/2010/main">
    <mc:Choice Requires="p14">
      <p:transition spd="slow" p14:dur="1500">
        <p:split orient="vert" dir="in"/>
      </p:transition>
    </mc:Choice>
    <mc:Fallback xmlns="">
      <p:transition spd="slow">
        <p:split orient="vert" dir="in"/>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8"/>
                                        </p:tgtEl>
                                        <p:attrNameLst>
                                          <p:attrName>style.visibility</p:attrName>
                                        </p:attrNameLst>
                                      </p:cBhvr>
                                      <p:to>
                                        <p:strVal val="visible"/>
                                      </p:to>
                                    </p:set>
                                    <p:animEffect transition="in" filter="fade">
                                      <p:cBhvr>
                                        <p:cTn id="7" dur="1000"/>
                                        <p:tgtEl>
                                          <p:spTgt spid="17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77"/>
                                        </p:tgtEl>
                                        <p:attrNameLst>
                                          <p:attrName>style.visibility</p:attrName>
                                        </p:attrNameLst>
                                      </p:cBhvr>
                                      <p:to>
                                        <p:strVal val="visible"/>
                                      </p:to>
                                    </p:set>
                                    <p:animEffect transition="in" filter="fade">
                                      <p:cBhvr>
                                        <p:cTn id="12" dur="1000"/>
                                        <p:tgtEl>
                                          <p:spTgt spid="17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81"/>
                                        </p:tgtEl>
                                        <p:attrNameLst>
                                          <p:attrName>style.visibility</p:attrName>
                                        </p:attrNameLst>
                                      </p:cBhvr>
                                      <p:to>
                                        <p:strVal val="visible"/>
                                      </p:to>
                                    </p:set>
                                    <p:animEffect transition="in" filter="fade">
                                      <p:cBhvr>
                                        <p:cTn id="17" dur="500"/>
                                        <p:tgtEl>
                                          <p:spTgt spid="18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86"/>
        <p:cNvGrpSpPr/>
        <p:nvPr/>
      </p:nvGrpSpPr>
      <p:grpSpPr>
        <a:xfrm>
          <a:off x="0" y="0"/>
          <a:ext cx="0" cy="0"/>
          <a:chOff x="0" y="0"/>
          <a:chExt cx="0" cy="0"/>
        </a:xfrm>
      </p:grpSpPr>
      <p:sp>
        <p:nvSpPr>
          <p:cNvPr id="187" name="Google Shape;187;p12"/>
          <p:cNvSpPr/>
          <p:nvPr/>
        </p:nvSpPr>
        <p:spPr>
          <a:xfrm>
            <a:off x="0" y="0"/>
            <a:ext cx="12192000" cy="6858000"/>
          </a:xfrm>
          <a:prstGeom prst="rect">
            <a:avLst/>
          </a:prstGeom>
          <a:solidFill>
            <a:srgbClr val="383838"/>
          </a:solidFill>
          <a:ln w="12700" cap="flat" cmpd="sng">
            <a:solidFill>
              <a:srgbClr val="42719B"/>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panose="020F0502020204030204"/>
              <a:buNone/>
            </a:pPr>
            <a:endParaRPr sz="1800" b="0" i="0" u="none" strike="noStrike" cap="none">
              <a:solidFill>
                <a:schemeClr val="lt1"/>
              </a:solidFill>
              <a:latin typeface="Calibri" panose="020F0502020204030204"/>
              <a:ea typeface="Calibri" panose="020F0502020204030204"/>
              <a:cs typeface="Calibri" panose="020F0502020204030204"/>
              <a:sym typeface="Calibri" panose="020F0502020204030204"/>
            </a:endParaRPr>
          </a:p>
        </p:txBody>
      </p:sp>
      <p:cxnSp>
        <p:nvCxnSpPr>
          <p:cNvPr id="188" name="Google Shape;188;p12"/>
          <p:cNvCxnSpPr/>
          <p:nvPr/>
        </p:nvCxnSpPr>
        <p:spPr>
          <a:xfrm>
            <a:off x="2122488" y="2667000"/>
            <a:ext cx="6432550" cy="26988"/>
          </a:xfrm>
          <a:prstGeom prst="straightConnector1">
            <a:avLst/>
          </a:prstGeom>
          <a:solidFill>
            <a:srgbClr val="EE6351"/>
          </a:solidFill>
          <a:ln>
            <a:noFill/>
          </a:ln>
        </p:spPr>
      </p:cxnSp>
      <p:cxnSp>
        <p:nvCxnSpPr>
          <p:cNvPr id="189" name="Google Shape;189;p12"/>
          <p:cNvCxnSpPr/>
          <p:nvPr/>
        </p:nvCxnSpPr>
        <p:spPr>
          <a:xfrm>
            <a:off x="2122488" y="4110038"/>
            <a:ext cx="4799013" cy="36513"/>
          </a:xfrm>
          <a:prstGeom prst="straightConnector1">
            <a:avLst/>
          </a:prstGeom>
          <a:solidFill>
            <a:srgbClr val="EE6351"/>
          </a:solidFill>
          <a:ln>
            <a:noFill/>
          </a:ln>
        </p:spPr>
      </p:cxnSp>
      <p:cxnSp>
        <p:nvCxnSpPr>
          <p:cNvPr id="190" name="Google Shape;190;p12"/>
          <p:cNvCxnSpPr/>
          <p:nvPr/>
        </p:nvCxnSpPr>
        <p:spPr>
          <a:xfrm>
            <a:off x="2093913" y="5627688"/>
            <a:ext cx="3194050" cy="1588"/>
          </a:xfrm>
          <a:prstGeom prst="straightConnector1">
            <a:avLst/>
          </a:prstGeom>
          <a:solidFill>
            <a:srgbClr val="EE6351"/>
          </a:solidFill>
          <a:ln>
            <a:noFill/>
          </a:ln>
        </p:spPr>
      </p:cxnSp>
      <p:sp>
        <p:nvSpPr>
          <p:cNvPr id="191" name="Google Shape;191;p12"/>
          <p:cNvSpPr txBox="1"/>
          <p:nvPr/>
        </p:nvSpPr>
        <p:spPr>
          <a:xfrm>
            <a:off x="445135" y="1259364"/>
            <a:ext cx="7282815" cy="51435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DFBB64"/>
              </a:buClr>
              <a:buSzPts val="2800"/>
              <a:buFont typeface="Arial" panose="020B0604020202020204"/>
              <a:buNone/>
            </a:pPr>
            <a:r>
              <a:rPr lang="en-US" sz="2800" b="0" i="0" u="none" strike="noStrike" cap="none" dirty="0">
                <a:solidFill>
                  <a:srgbClr val="DFBB64"/>
                </a:solidFill>
                <a:latin typeface="Calibri" panose="020F0502020204030204"/>
                <a:ea typeface="Calibri" panose="020F0502020204030204"/>
                <a:cs typeface="Calibri" panose="020F0502020204030204"/>
                <a:sym typeface="Calibri" panose="020F0502020204030204"/>
              </a:rPr>
              <a:t>Class Inheritance is used to access a class(parent class) by another class (child class).</a:t>
            </a:r>
            <a:endParaRPr sz="2800" b="0" i="0" u="none" strike="noStrike" cap="none" dirty="0">
              <a:solidFill>
                <a:srgbClr val="DFBB64"/>
              </a:solidFill>
              <a:latin typeface="Calibri" panose="020F0502020204030204"/>
              <a:ea typeface="Calibri" panose="020F0502020204030204"/>
              <a:cs typeface="Calibri" panose="020F0502020204030204"/>
              <a:sym typeface="Calibri" panose="020F0502020204030204"/>
            </a:endParaRPr>
          </a:p>
          <a:p>
            <a:pPr marL="0" marR="0" lvl="0" indent="0" algn="l" rtl="0">
              <a:lnSpc>
                <a:spcPct val="100000"/>
              </a:lnSpc>
              <a:spcBef>
                <a:spcPts val="0"/>
              </a:spcBef>
              <a:spcAft>
                <a:spcPts val="0"/>
              </a:spcAft>
              <a:buClr>
                <a:schemeClr val="dk1"/>
              </a:buClr>
              <a:buSzPts val="2800"/>
              <a:buFont typeface="Arial" panose="020B0604020202020204"/>
              <a:buNone/>
            </a:pPr>
            <a:endParaRPr sz="2800" b="0" i="0" u="none" strike="noStrike" cap="none" dirty="0">
              <a:solidFill>
                <a:srgbClr val="DFBB64"/>
              </a:solidFill>
              <a:latin typeface="Calibri" panose="020F0502020204030204"/>
              <a:ea typeface="Calibri" panose="020F0502020204030204"/>
              <a:cs typeface="Calibri" panose="020F0502020204030204"/>
              <a:sym typeface="Calibri" panose="020F0502020204030204"/>
            </a:endParaRPr>
          </a:p>
          <a:p>
            <a:pPr marL="0" marR="0" lvl="0" indent="0" algn="l" rtl="0">
              <a:lnSpc>
                <a:spcPct val="100000"/>
              </a:lnSpc>
              <a:spcBef>
                <a:spcPts val="0"/>
              </a:spcBef>
              <a:spcAft>
                <a:spcPts val="0"/>
              </a:spcAft>
              <a:buClr>
                <a:srgbClr val="DFBB64"/>
              </a:buClr>
              <a:buSzPts val="2800"/>
              <a:buFont typeface="Arial" panose="020B0604020202020204"/>
              <a:buNone/>
            </a:pPr>
            <a:r>
              <a:rPr lang="en-US" sz="2800" b="0" i="0" u="none" strike="noStrike" cap="none" dirty="0">
                <a:solidFill>
                  <a:srgbClr val="DFBB64"/>
                </a:solidFill>
                <a:latin typeface="Calibri" panose="020F0502020204030204"/>
                <a:ea typeface="Calibri" panose="020F0502020204030204"/>
                <a:cs typeface="Calibri" panose="020F0502020204030204"/>
                <a:sym typeface="Calibri" panose="020F0502020204030204"/>
              </a:rPr>
              <a:t>The inherited class objects by making the object of derived class.</a:t>
            </a:r>
          </a:p>
          <a:p>
            <a:pPr marL="0" marR="0" lvl="0" indent="0" algn="l" rtl="0">
              <a:lnSpc>
                <a:spcPct val="100000"/>
              </a:lnSpc>
              <a:spcBef>
                <a:spcPts val="0"/>
              </a:spcBef>
              <a:spcAft>
                <a:spcPts val="0"/>
              </a:spcAft>
              <a:buClr>
                <a:srgbClr val="DFBB64"/>
              </a:buClr>
              <a:buSzPts val="2800"/>
              <a:buFont typeface="Arial" panose="020B0604020202020204"/>
              <a:buNone/>
            </a:pPr>
            <a:endParaRPr lang="en-US" sz="2800" b="0" i="0" u="none" strike="noStrike" cap="none" dirty="0">
              <a:solidFill>
                <a:srgbClr val="DFBB64"/>
              </a:solidFill>
              <a:latin typeface="Calibri" panose="020F0502020204030204"/>
              <a:ea typeface="Calibri" panose="020F0502020204030204"/>
              <a:cs typeface="Calibri" panose="020F0502020204030204"/>
              <a:sym typeface="Calibri" panose="020F0502020204030204"/>
            </a:endParaRPr>
          </a:p>
          <a:p>
            <a:pPr marL="0" marR="0" lvl="0" indent="0" algn="l" rtl="0">
              <a:lnSpc>
                <a:spcPct val="100000"/>
              </a:lnSpc>
              <a:spcBef>
                <a:spcPts val="0"/>
              </a:spcBef>
              <a:spcAft>
                <a:spcPts val="0"/>
              </a:spcAft>
              <a:buClr>
                <a:srgbClr val="DFBB64"/>
              </a:buClr>
              <a:buSzPts val="2800"/>
              <a:buFont typeface="Arial" panose="020B0604020202020204"/>
              <a:buNone/>
            </a:pPr>
            <a:r>
              <a:rPr lang="en-IN" altLang="en-US" sz="2800" b="0" i="0" u="none" strike="noStrike" cap="none" dirty="0">
                <a:solidFill>
                  <a:srgbClr val="DFBB64"/>
                </a:solidFill>
                <a:latin typeface="Calibri" panose="020F0502020204030204"/>
                <a:ea typeface="Calibri" panose="020F0502020204030204"/>
                <a:cs typeface="Calibri" panose="020F0502020204030204"/>
                <a:sym typeface="Calibri" panose="020F0502020204030204"/>
              </a:rPr>
              <a:t>Three are commonly used Inheritance:</a:t>
            </a:r>
          </a:p>
          <a:p>
            <a:pPr marL="457200" marR="0" lvl="0" indent="-457200" algn="l" rtl="0">
              <a:lnSpc>
                <a:spcPct val="100000"/>
              </a:lnSpc>
              <a:spcBef>
                <a:spcPts val="0"/>
              </a:spcBef>
              <a:spcAft>
                <a:spcPts val="0"/>
              </a:spcAft>
              <a:buClr>
                <a:srgbClr val="DFBB64"/>
              </a:buClr>
              <a:buSzPts val="2800"/>
              <a:buFont typeface="Wingdings" panose="05000000000000000000" charset="0"/>
              <a:buChar char="ü"/>
            </a:pPr>
            <a:r>
              <a:rPr lang="en-IN" altLang="en-US" sz="2800" b="0" i="0" u="none" strike="noStrike" cap="none" dirty="0">
                <a:solidFill>
                  <a:srgbClr val="DFBB64"/>
                </a:solidFill>
                <a:latin typeface="Calibri" panose="020F0502020204030204"/>
                <a:ea typeface="Calibri" panose="020F0502020204030204"/>
                <a:cs typeface="Calibri" panose="020F0502020204030204"/>
                <a:sym typeface="Calibri" panose="020F0502020204030204"/>
              </a:rPr>
              <a:t>Single Inheritance</a:t>
            </a:r>
          </a:p>
          <a:p>
            <a:pPr marL="0" marR="0" lvl="0" indent="0" algn="l" rtl="0">
              <a:lnSpc>
                <a:spcPct val="100000"/>
              </a:lnSpc>
              <a:spcBef>
                <a:spcPts val="0"/>
              </a:spcBef>
              <a:spcAft>
                <a:spcPts val="0"/>
              </a:spcAft>
              <a:buClr>
                <a:srgbClr val="DFBB64"/>
              </a:buClr>
              <a:buSzPts val="2800"/>
              <a:buFont typeface="Wingdings" panose="05000000000000000000" charset="0"/>
              <a:buNone/>
            </a:pPr>
            <a:endParaRPr lang="en-IN" altLang="en-US" sz="2800" b="0" i="0" u="none" strike="noStrike" cap="none" dirty="0">
              <a:solidFill>
                <a:srgbClr val="DFBB64"/>
              </a:solidFill>
              <a:latin typeface="Calibri" panose="020F0502020204030204"/>
              <a:ea typeface="Calibri" panose="020F0502020204030204"/>
              <a:cs typeface="Calibri" panose="020F0502020204030204"/>
              <a:sym typeface="Calibri" panose="020F0502020204030204"/>
            </a:endParaRPr>
          </a:p>
          <a:p>
            <a:pPr marL="457200" marR="0" lvl="0" indent="-457200" algn="l" rtl="0">
              <a:lnSpc>
                <a:spcPct val="100000"/>
              </a:lnSpc>
              <a:spcBef>
                <a:spcPts val="0"/>
              </a:spcBef>
              <a:spcAft>
                <a:spcPts val="0"/>
              </a:spcAft>
              <a:buClr>
                <a:srgbClr val="DFBB64"/>
              </a:buClr>
              <a:buSzPts val="2800"/>
              <a:buFont typeface="Wingdings" panose="05000000000000000000" charset="0"/>
              <a:buChar char="ü"/>
            </a:pPr>
            <a:r>
              <a:rPr lang="en-IN" altLang="en-US" sz="2800" b="0" i="0" u="none" strike="noStrike" cap="none" dirty="0">
                <a:solidFill>
                  <a:srgbClr val="DFBB64"/>
                </a:solidFill>
                <a:latin typeface="Calibri" panose="020F0502020204030204"/>
                <a:ea typeface="Calibri" panose="020F0502020204030204"/>
                <a:cs typeface="Calibri" panose="020F0502020204030204"/>
                <a:sym typeface="Calibri" panose="020F0502020204030204"/>
              </a:rPr>
              <a:t>Multi-level Inheritance</a:t>
            </a:r>
          </a:p>
          <a:p>
            <a:pPr marL="0" marR="0" lvl="0" indent="0" algn="l" rtl="0">
              <a:lnSpc>
                <a:spcPct val="100000"/>
              </a:lnSpc>
              <a:spcBef>
                <a:spcPts val="0"/>
              </a:spcBef>
              <a:spcAft>
                <a:spcPts val="0"/>
              </a:spcAft>
              <a:buClr>
                <a:srgbClr val="DFBB64"/>
              </a:buClr>
              <a:buSzPts val="2800"/>
              <a:buFont typeface="Wingdings" panose="05000000000000000000" charset="0"/>
              <a:buNone/>
            </a:pPr>
            <a:endParaRPr lang="en-IN" altLang="en-US" sz="2800" b="0" i="0" u="none" strike="noStrike" cap="none" dirty="0">
              <a:solidFill>
                <a:srgbClr val="DFBB64"/>
              </a:solidFill>
              <a:latin typeface="Calibri" panose="020F0502020204030204"/>
              <a:ea typeface="Calibri" panose="020F0502020204030204"/>
              <a:cs typeface="Calibri" panose="020F0502020204030204"/>
              <a:sym typeface="Calibri" panose="020F0502020204030204"/>
            </a:endParaRPr>
          </a:p>
          <a:p>
            <a:pPr marL="457200" marR="0" lvl="0" indent="-457200" algn="l" rtl="0">
              <a:lnSpc>
                <a:spcPct val="100000"/>
              </a:lnSpc>
              <a:spcBef>
                <a:spcPts val="0"/>
              </a:spcBef>
              <a:spcAft>
                <a:spcPts val="0"/>
              </a:spcAft>
              <a:buClr>
                <a:srgbClr val="DFBB64"/>
              </a:buClr>
              <a:buSzPts val="2800"/>
              <a:buFont typeface="Wingdings" panose="05000000000000000000" charset="0"/>
              <a:buChar char="ü"/>
            </a:pPr>
            <a:r>
              <a:rPr lang="en-IN" altLang="en-US" sz="2800" b="0" i="0" u="none" strike="noStrike" cap="none" dirty="0" err="1">
                <a:solidFill>
                  <a:srgbClr val="DFBB64"/>
                </a:solidFill>
                <a:latin typeface="Calibri" panose="020F0502020204030204"/>
                <a:ea typeface="Calibri" panose="020F0502020204030204"/>
                <a:cs typeface="Calibri" panose="020F0502020204030204"/>
                <a:sym typeface="Calibri" panose="020F0502020204030204"/>
              </a:rPr>
              <a:t>Hierarchial</a:t>
            </a:r>
            <a:r>
              <a:rPr lang="en-IN" altLang="en-US" sz="2800" b="0" i="0" u="none" strike="noStrike" cap="none" dirty="0">
                <a:solidFill>
                  <a:srgbClr val="DFBB64"/>
                </a:solidFill>
                <a:latin typeface="Calibri" panose="020F0502020204030204"/>
                <a:ea typeface="Calibri" panose="020F0502020204030204"/>
                <a:cs typeface="Calibri" panose="020F0502020204030204"/>
                <a:sym typeface="Calibri" panose="020F0502020204030204"/>
              </a:rPr>
              <a:t> Inheritance</a:t>
            </a:r>
            <a:endParaRPr lang="en-US" sz="2800" b="0" i="0" u="none" strike="noStrike" cap="none" dirty="0">
              <a:solidFill>
                <a:srgbClr val="DFBB64"/>
              </a:solidFill>
              <a:latin typeface="Calibri" panose="020F0502020204030204"/>
              <a:ea typeface="Calibri" panose="020F0502020204030204"/>
              <a:cs typeface="Calibri" panose="020F0502020204030204"/>
              <a:sym typeface="Calibri" panose="020F0502020204030204"/>
            </a:endParaRPr>
          </a:p>
          <a:p>
            <a:pPr marL="0" marR="0" lvl="0" indent="0" algn="l" rtl="0">
              <a:lnSpc>
                <a:spcPct val="100000"/>
              </a:lnSpc>
              <a:spcBef>
                <a:spcPts val="0"/>
              </a:spcBef>
              <a:spcAft>
                <a:spcPts val="0"/>
              </a:spcAft>
              <a:buClr>
                <a:srgbClr val="DFBB64"/>
              </a:buClr>
              <a:buSzPts val="2800"/>
              <a:buFont typeface="Arial" panose="020B0604020202020204"/>
              <a:buNone/>
            </a:pPr>
            <a:endParaRPr sz="2800" b="0" i="0" u="none" strike="noStrike" cap="none" dirty="0">
              <a:solidFill>
                <a:srgbClr val="DFBB64"/>
              </a:solidFill>
              <a:latin typeface="Calibri" panose="020F0502020204030204"/>
              <a:ea typeface="Calibri" panose="020F0502020204030204"/>
              <a:cs typeface="Calibri" panose="020F0502020204030204"/>
              <a:sym typeface="Calibri" panose="020F0502020204030204"/>
            </a:endParaRPr>
          </a:p>
        </p:txBody>
      </p:sp>
      <p:sp>
        <p:nvSpPr>
          <p:cNvPr id="192" name="Google Shape;192;p12"/>
          <p:cNvSpPr/>
          <p:nvPr/>
        </p:nvSpPr>
        <p:spPr>
          <a:xfrm>
            <a:off x="1009650" y="418465"/>
            <a:ext cx="10848340" cy="975995"/>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lt1"/>
              </a:buClr>
              <a:buSzPts val="4000"/>
              <a:buFont typeface="Arial" panose="020B0604020202020204"/>
              <a:buNone/>
            </a:pPr>
            <a:r>
              <a:rPr lang="en-US" sz="4000" b="0" i="0" u="none" strike="noStrike" cap="none">
                <a:solidFill>
                  <a:schemeClr val="lt1"/>
                </a:solidFill>
                <a:latin typeface="Arial" panose="020B0604020202020204"/>
                <a:ea typeface="Arial" panose="020B0604020202020204"/>
                <a:cs typeface="Arial" panose="020B0604020202020204"/>
                <a:sym typeface="Arial" panose="020B0604020202020204"/>
              </a:rPr>
              <a:t>Class Inheritance</a:t>
            </a:r>
            <a:endParaRPr sz="4000" b="0" i="0" u="none" strike="noStrike" cap="none">
              <a:solidFill>
                <a:schemeClr val="lt1"/>
              </a:solidFill>
              <a:latin typeface="Arial" panose="020B0604020202020204"/>
              <a:ea typeface="Arial" panose="020B0604020202020204"/>
              <a:cs typeface="Arial" panose="020B0604020202020204"/>
              <a:sym typeface="Arial" panose="020B0604020202020204"/>
            </a:endParaRPr>
          </a:p>
        </p:txBody>
      </p:sp>
      <p:sp>
        <p:nvSpPr>
          <p:cNvPr id="193" name="Google Shape;193;p12"/>
          <p:cNvSpPr/>
          <p:nvPr/>
        </p:nvSpPr>
        <p:spPr>
          <a:xfrm rot="4705673">
            <a:off x="673100" y="723900"/>
            <a:ext cx="223838" cy="223838"/>
          </a:xfrm>
          <a:prstGeom prst="rtTriangl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panose="020F0502020204030204"/>
              <a:buNone/>
            </a:pPr>
            <a:endParaRPr sz="1800" b="0" i="0" u="none" strike="noStrike" cap="none">
              <a:solidFill>
                <a:schemeClr val="lt1"/>
              </a:solidFill>
              <a:latin typeface="Calibri" panose="020F0502020204030204"/>
              <a:ea typeface="Calibri" panose="020F0502020204030204"/>
              <a:cs typeface="Calibri" panose="020F0502020204030204"/>
              <a:sym typeface="Calibri" panose="020F0502020204030204"/>
            </a:endParaRPr>
          </a:p>
        </p:txBody>
      </p:sp>
      <p:sp>
        <p:nvSpPr>
          <p:cNvPr id="194" name="Google Shape;194;p12"/>
          <p:cNvSpPr/>
          <p:nvPr/>
        </p:nvSpPr>
        <p:spPr>
          <a:xfrm rot="-10558151">
            <a:off x="693738" y="677863"/>
            <a:ext cx="182563" cy="182563"/>
          </a:xfrm>
          <a:prstGeom prst="rtTriangle">
            <a:avLst/>
          </a:prstGeom>
          <a:solidFill>
            <a:schemeClr val="lt1">
              <a:alpha val="40000"/>
            </a:schemeClr>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panose="020F0502020204030204"/>
              <a:buNone/>
            </a:pPr>
            <a:endParaRPr sz="1800" b="0" i="0" u="none" strike="noStrike" cap="none">
              <a:solidFill>
                <a:schemeClr val="lt1"/>
              </a:solidFill>
              <a:latin typeface="Calibri" panose="020F0502020204030204"/>
              <a:ea typeface="Calibri" panose="020F0502020204030204"/>
              <a:cs typeface="Calibri" panose="020F0502020204030204"/>
              <a:sym typeface="Calibri" panose="020F0502020204030204"/>
            </a:endParaRPr>
          </a:p>
        </p:txBody>
      </p:sp>
      <p:pic>
        <p:nvPicPr>
          <p:cNvPr id="195" name="Google Shape;195;p12" descr="classin"/>
          <p:cNvPicPr preferRelativeResize="0"/>
          <p:nvPr/>
        </p:nvPicPr>
        <p:blipFill rotWithShape="1">
          <a:blip r:embed="rId3"/>
          <a:srcRect l="1854"/>
          <a:stretch>
            <a:fillRect/>
          </a:stretch>
        </p:blipFill>
        <p:spPr>
          <a:xfrm>
            <a:off x="7926705" y="418465"/>
            <a:ext cx="3931285" cy="6209665"/>
          </a:xfrm>
          <a:prstGeom prst="rect">
            <a:avLst/>
          </a:prstGeom>
          <a:noFill/>
          <a:ln>
            <a:noFill/>
          </a:ln>
        </p:spPr>
      </p:pic>
      <p:pic>
        <p:nvPicPr>
          <p:cNvPr id="196" name="Google Shape;196;p12" descr="Aitrich Logo_Artboard 4"/>
          <p:cNvPicPr preferRelativeResize="0"/>
          <p:nvPr/>
        </p:nvPicPr>
        <p:blipFill rotWithShape="1">
          <a:blip r:embed="rId4"/>
          <a:srcRect/>
          <a:stretch>
            <a:fillRect/>
          </a:stretch>
        </p:blipFill>
        <p:spPr>
          <a:xfrm>
            <a:off x="74295" y="-90170"/>
            <a:ext cx="1275715" cy="956945"/>
          </a:xfrm>
          <a:prstGeom prst="rect">
            <a:avLst/>
          </a:prstGeom>
          <a:noFill/>
          <a:ln>
            <a:noFill/>
          </a:ln>
        </p:spPr>
      </p:pic>
    </p:spTree>
  </p:cSld>
  <p:clrMapOvr>
    <a:masterClrMapping/>
  </p:clrMapOvr>
  <mc:AlternateContent xmlns:mc="http://schemas.openxmlformats.org/markup-compatibility/2006" xmlns:p14="http://schemas.microsoft.com/office/powerpoint/2010/main">
    <mc:Choice Requires="p14">
      <p:transition spd="slow" p14:dur="1500">
        <p:split orient="vert" dir="in"/>
      </p:transition>
    </mc:Choice>
    <mc:Fallback xmlns="">
      <p:transition spd="slow">
        <p:split orient="vert" dir="in"/>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2"/>
                                        </p:tgtEl>
                                        <p:attrNameLst>
                                          <p:attrName>style.visibility</p:attrName>
                                        </p:attrNameLst>
                                      </p:cBhvr>
                                      <p:to>
                                        <p:strVal val="visible"/>
                                      </p:to>
                                    </p:set>
                                    <p:animEffect transition="in" filter="fade">
                                      <p:cBhvr>
                                        <p:cTn id="7" dur="1000"/>
                                        <p:tgtEl>
                                          <p:spTgt spid="19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1"/>
                                        </p:tgtEl>
                                        <p:attrNameLst>
                                          <p:attrName>style.visibility</p:attrName>
                                        </p:attrNameLst>
                                      </p:cBhvr>
                                      <p:to>
                                        <p:strVal val="visible"/>
                                      </p:to>
                                    </p:set>
                                    <p:animEffect transition="in" filter="fade">
                                      <p:cBhvr>
                                        <p:cTn id="12" dur="1000"/>
                                        <p:tgtEl>
                                          <p:spTgt spid="19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95"/>
                                        </p:tgtEl>
                                        <p:attrNameLst>
                                          <p:attrName>style.visibility</p:attrName>
                                        </p:attrNameLst>
                                      </p:cBhvr>
                                      <p:to>
                                        <p:strVal val="visible"/>
                                      </p:to>
                                    </p:set>
                                    <p:animEffect transition="in" filter="fade">
                                      <p:cBhvr>
                                        <p:cTn id="17" dur="500"/>
                                        <p:tgtEl>
                                          <p:spTgt spid="19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00"/>
        <p:cNvGrpSpPr/>
        <p:nvPr/>
      </p:nvGrpSpPr>
      <p:grpSpPr>
        <a:xfrm>
          <a:off x="0" y="0"/>
          <a:ext cx="0" cy="0"/>
          <a:chOff x="0" y="0"/>
          <a:chExt cx="0" cy="0"/>
        </a:xfrm>
      </p:grpSpPr>
      <p:sp>
        <p:nvSpPr>
          <p:cNvPr id="201" name="Google Shape;201;p13"/>
          <p:cNvSpPr/>
          <p:nvPr/>
        </p:nvSpPr>
        <p:spPr>
          <a:xfrm>
            <a:off x="0" y="0"/>
            <a:ext cx="12192000" cy="6858000"/>
          </a:xfrm>
          <a:prstGeom prst="rect">
            <a:avLst/>
          </a:prstGeom>
          <a:solidFill>
            <a:srgbClr val="383838"/>
          </a:solidFill>
          <a:ln w="12700" cap="flat" cmpd="sng">
            <a:solidFill>
              <a:srgbClr val="42719B"/>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panose="020F0502020204030204"/>
              <a:buNone/>
            </a:pPr>
            <a:endParaRPr sz="1800" b="0" i="0" u="none" strike="noStrike" cap="none">
              <a:solidFill>
                <a:schemeClr val="lt1"/>
              </a:solidFill>
              <a:latin typeface="Calibri" panose="020F0502020204030204"/>
              <a:ea typeface="Calibri" panose="020F0502020204030204"/>
              <a:cs typeface="Calibri" panose="020F0502020204030204"/>
              <a:sym typeface="Calibri" panose="020F0502020204030204"/>
            </a:endParaRPr>
          </a:p>
        </p:txBody>
      </p:sp>
      <p:cxnSp>
        <p:nvCxnSpPr>
          <p:cNvPr id="202" name="Google Shape;202;p13"/>
          <p:cNvCxnSpPr/>
          <p:nvPr/>
        </p:nvCxnSpPr>
        <p:spPr>
          <a:xfrm>
            <a:off x="2122488" y="2667000"/>
            <a:ext cx="6432550" cy="26988"/>
          </a:xfrm>
          <a:prstGeom prst="straightConnector1">
            <a:avLst/>
          </a:prstGeom>
          <a:solidFill>
            <a:srgbClr val="EE6351"/>
          </a:solidFill>
          <a:ln>
            <a:noFill/>
          </a:ln>
        </p:spPr>
      </p:cxnSp>
      <p:cxnSp>
        <p:nvCxnSpPr>
          <p:cNvPr id="203" name="Google Shape;203;p13"/>
          <p:cNvCxnSpPr/>
          <p:nvPr/>
        </p:nvCxnSpPr>
        <p:spPr>
          <a:xfrm>
            <a:off x="2122488" y="4110038"/>
            <a:ext cx="4799013" cy="36513"/>
          </a:xfrm>
          <a:prstGeom prst="straightConnector1">
            <a:avLst/>
          </a:prstGeom>
          <a:solidFill>
            <a:srgbClr val="EE6351"/>
          </a:solidFill>
          <a:ln>
            <a:noFill/>
          </a:ln>
        </p:spPr>
      </p:cxnSp>
      <p:cxnSp>
        <p:nvCxnSpPr>
          <p:cNvPr id="204" name="Google Shape;204;p13"/>
          <p:cNvCxnSpPr/>
          <p:nvPr/>
        </p:nvCxnSpPr>
        <p:spPr>
          <a:xfrm>
            <a:off x="2093913" y="5627688"/>
            <a:ext cx="3194050" cy="1588"/>
          </a:xfrm>
          <a:prstGeom prst="straightConnector1">
            <a:avLst/>
          </a:prstGeom>
          <a:solidFill>
            <a:srgbClr val="EE6351"/>
          </a:solidFill>
          <a:ln>
            <a:noFill/>
          </a:ln>
        </p:spPr>
      </p:cxnSp>
      <p:sp>
        <p:nvSpPr>
          <p:cNvPr id="205" name="Google Shape;205;p13"/>
          <p:cNvSpPr txBox="1"/>
          <p:nvPr/>
        </p:nvSpPr>
        <p:spPr>
          <a:xfrm>
            <a:off x="739775" y="1570355"/>
            <a:ext cx="6950710" cy="4781550"/>
          </a:xfrm>
          <a:prstGeom prst="rect">
            <a:avLst/>
          </a:prstGeom>
          <a:noFill/>
          <a:ln>
            <a:noFill/>
          </a:ln>
        </p:spPr>
        <p:txBody>
          <a:bodyPr spcFirstLastPara="1" wrap="square" lIns="91425" tIns="45700" rIns="91425" bIns="45700" anchor="t" anchorCtr="0">
            <a:noAutofit/>
          </a:bodyPr>
          <a:lstStyle/>
          <a:p>
            <a:pPr marL="457200" marR="0" lvl="0" indent="-457200" algn="l" rtl="0">
              <a:lnSpc>
                <a:spcPct val="100000"/>
              </a:lnSpc>
              <a:spcBef>
                <a:spcPts val="0"/>
              </a:spcBef>
              <a:spcAft>
                <a:spcPts val="0"/>
              </a:spcAft>
              <a:buClr>
                <a:srgbClr val="DFBB64"/>
              </a:buClr>
              <a:buSzPts val="2800"/>
              <a:buFont typeface="Arial" panose="020B0604020202020204"/>
              <a:buChar char="•"/>
            </a:pPr>
            <a:r>
              <a:rPr lang="en-US" sz="2800" b="0" i="0" u="none" strike="noStrike" cap="none">
                <a:solidFill>
                  <a:srgbClr val="DFBB64"/>
                </a:solidFill>
                <a:latin typeface="Calibri" panose="020F0502020204030204"/>
                <a:ea typeface="Calibri" panose="020F0502020204030204"/>
                <a:cs typeface="Calibri" panose="020F0502020204030204"/>
                <a:sym typeface="Calibri" panose="020F0502020204030204"/>
              </a:rPr>
              <a:t>super.myFunction() calls the parent's version of the function from within the child class.</a:t>
            </a:r>
            <a:endParaRPr sz="2800" b="0" i="0" u="none" strike="noStrike" cap="none">
              <a:solidFill>
                <a:srgbClr val="DFBB64"/>
              </a:solidFill>
              <a:latin typeface="Calibri" panose="020F0502020204030204"/>
              <a:ea typeface="Calibri" panose="020F0502020204030204"/>
              <a:cs typeface="Calibri" panose="020F0502020204030204"/>
              <a:sym typeface="Calibri" panose="020F0502020204030204"/>
            </a:endParaRPr>
          </a:p>
          <a:p>
            <a:pPr marL="457200" marR="0" lvl="0" indent="-279400" algn="l" rtl="0">
              <a:lnSpc>
                <a:spcPct val="100000"/>
              </a:lnSpc>
              <a:spcBef>
                <a:spcPts val="0"/>
              </a:spcBef>
              <a:spcAft>
                <a:spcPts val="0"/>
              </a:spcAft>
              <a:buClr>
                <a:schemeClr val="dk1"/>
              </a:buClr>
              <a:buSzPts val="2800"/>
              <a:buFont typeface="Arial" panose="020B0604020202020204"/>
              <a:buNone/>
            </a:pPr>
            <a:endParaRPr sz="2800" b="0" i="0" u="none" strike="noStrike" cap="none">
              <a:solidFill>
                <a:srgbClr val="DFBB64"/>
              </a:solidFill>
              <a:latin typeface="Calibri" panose="020F0502020204030204"/>
              <a:ea typeface="Calibri" panose="020F0502020204030204"/>
              <a:cs typeface="Calibri" panose="020F0502020204030204"/>
              <a:sym typeface="Calibri" panose="020F0502020204030204"/>
            </a:endParaRPr>
          </a:p>
          <a:p>
            <a:pPr marL="457200" marR="0" lvl="0" indent="-457200" algn="l" rtl="0">
              <a:lnSpc>
                <a:spcPct val="100000"/>
              </a:lnSpc>
              <a:spcBef>
                <a:spcPts val="0"/>
              </a:spcBef>
              <a:spcAft>
                <a:spcPts val="0"/>
              </a:spcAft>
              <a:buClr>
                <a:srgbClr val="DFBB64"/>
              </a:buClr>
              <a:buSzPts val="2800"/>
              <a:buFont typeface="Arial" panose="020B0604020202020204"/>
              <a:buChar char="•"/>
            </a:pPr>
            <a:r>
              <a:rPr lang="en-US" sz="2800" b="0" i="0" u="none" strike="noStrike" cap="none">
                <a:solidFill>
                  <a:srgbClr val="DFBB64"/>
                </a:solidFill>
                <a:latin typeface="Calibri" panose="020F0502020204030204"/>
                <a:ea typeface="Calibri" panose="020F0502020204030204"/>
                <a:cs typeface="Calibri" panose="020F0502020204030204"/>
                <a:sym typeface="Calibri" panose="020F0502020204030204"/>
              </a:rPr>
              <a:t>This allows for both shared functionality (in the parent) and custom implementation (in the child).</a:t>
            </a:r>
            <a:endParaRPr sz="2800" b="0" i="0" u="none" strike="noStrike" cap="none">
              <a:solidFill>
                <a:srgbClr val="DFBB64"/>
              </a:solidFill>
              <a:latin typeface="Calibri" panose="020F0502020204030204"/>
              <a:ea typeface="Calibri" panose="020F0502020204030204"/>
              <a:cs typeface="Calibri" panose="020F0502020204030204"/>
              <a:sym typeface="Calibri" panose="020F0502020204030204"/>
            </a:endParaRPr>
          </a:p>
          <a:p>
            <a:pPr marL="457200" marR="0" lvl="0" indent="-279400" algn="l" rtl="0">
              <a:lnSpc>
                <a:spcPct val="100000"/>
              </a:lnSpc>
              <a:spcBef>
                <a:spcPts val="0"/>
              </a:spcBef>
              <a:spcAft>
                <a:spcPts val="0"/>
              </a:spcAft>
              <a:buClr>
                <a:schemeClr val="dk1"/>
              </a:buClr>
              <a:buSzPts val="2800"/>
              <a:buFont typeface="Arial" panose="020B0604020202020204"/>
              <a:buNone/>
            </a:pPr>
            <a:endParaRPr sz="2800" b="0" i="0" u="none" strike="noStrike" cap="none">
              <a:solidFill>
                <a:srgbClr val="DFBB64"/>
              </a:solidFill>
              <a:latin typeface="Calibri" panose="020F0502020204030204"/>
              <a:ea typeface="Calibri" panose="020F0502020204030204"/>
              <a:cs typeface="Calibri" panose="020F0502020204030204"/>
              <a:sym typeface="Calibri" panose="020F0502020204030204"/>
            </a:endParaRPr>
          </a:p>
          <a:p>
            <a:pPr marL="457200" marR="0" lvl="0" indent="-457200" algn="l" rtl="0">
              <a:lnSpc>
                <a:spcPct val="100000"/>
              </a:lnSpc>
              <a:spcBef>
                <a:spcPts val="0"/>
              </a:spcBef>
              <a:spcAft>
                <a:spcPts val="0"/>
              </a:spcAft>
              <a:buClr>
                <a:srgbClr val="DFBB64"/>
              </a:buClr>
              <a:buSzPts val="2800"/>
              <a:buFont typeface="Arial" panose="020B0604020202020204"/>
              <a:buChar char="•"/>
            </a:pPr>
            <a:r>
              <a:rPr lang="en-US" sz="2800" b="0" i="0" u="none" strike="noStrike" cap="none">
                <a:solidFill>
                  <a:srgbClr val="DFBB64"/>
                </a:solidFill>
                <a:latin typeface="Calibri" panose="020F0502020204030204"/>
                <a:ea typeface="Calibri" panose="020F0502020204030204"/>
                <a:cs typeface="Calibri" panose="020F0502020204030204"/>
                <a:sym typeface="Calibri" panose="020F0502020204030204"/>
              </a:rPr>
              <a:t>The order of execution is determined by the placement of super.myFunction() within the child's function.</a:t>
            </a:r>
            <a:endParaRPr sz="2800" b="0" i="0" u="none" strike="noStrike" cap="none">
              <a:solidFill>
                <a:srgbClr val="DFBB64"/>
              </a:solidFill>
              <a:latin typeface="Calibri" panose="020F0502020204030204"/>
              <a:ea typeface="Calibri" panose="020F0502020204030204"/>
              <a:cs typeface="Calibri" panose="020F0502020204030204"/>
              <a:sym typeface="Calibri" panose="020F0502020204030204"/>
            </a:endParaRPr>
          </a:p>
        </p:txBody>
      </p:sp>
      <p:sp>
        <p:nvSpPr>
          <p:cNvPr id="206" name="Google Shape;206;p13"/>
          <p:cNvSpPr/>
          <p:nvPr/>
        </p:nvSpPr>
        <p:spPr>
          <a:xfrm>
            <a:off x="1009650" y="418465"/>
            <a:ext cx="10848340" cy="975995"/>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lt1"/>
              </a:buClr>
              <a:buSzPts val="4000"/>
              <a:buFont typeface="Arial" panose="020B0604020202020204"/>
              <a:buNone/>
            </a:pPr>
            <a:r>
              <a:rPr lang="en-US" sz="4000" b="0" i="0" u="none" strike="noStrike" cap="none">
                <a:solidFill>
                  <a:schemeClr val="lt1"/>
                </a:solidFill>
                <a:latin typeface="Arial" panose="020B0604020202020204"/>
                <a:ea typeface="Arial" panose="020B0604020202020204"/>
                <a:cs typeface="Arial" panose="020B0604020202020204"/>
                <a:sym typeface="Arial" panose="020B0604020202020204"/>
              </a:rPr>
              <a:t>Super keyword</a:t>
            </a:r>
            <a:endParaRPr sz="4000" b="0" i="0" u="none" strike="noStrike" cap="none">
              <a:solidFill>
                <a:schemeClr val="lt1"/>
              </a:solidFill>
              <a:latin typeface="Arial" panose="020B0604020202020204"/>
              <a:ea typeface="Arial" panose="020B0604020202020204"/>
              <a:cs typeface="Arial" panose="020B0604020202020204"/>
              <a:sym typeface="Arial" panose="020B0604020202020204"/>
            </a:endParaRPr>
          </a:p>
        </p:txBody>
      </p:sp>
      <p:sp>
        <p:nvSpPr>
          <p:cNvPr id="207" name="Google Shape;207;p13"/>
          <p:cNvSpPr/>
          <p:nvPr/>
        </p:nvSpPr>
        <p:spPr>
          <a:xfrm rot="4705673">
            <a:off x="673100" y="723900"/>
            <a:ext cx="223838" cy="223838"/>
          </a:xfrm>
          <a:prstGeom prst="rtTriangl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panose="020F0502020204030204"/>
              <a:buNone/>
            </a:pPr>
            <a:endParaRPr sz="1800" b="0" i="0" u="none" strike="noStrike" cap="none">
              <a:solidFill>
                <a:schemeClr val="lt1"/>
              </a:solidFill>
              <a:latin typeface="Calibri" panose="020F0502020204030204"/>
              <a:ea typeface="Calibri" panose="020F0502020204030204"/>
              <a:cs typeface="Calibri" panose="020F0502020204030204"/>
              <a:sym typeface="Calibri" panose="020F0502020204030204"/>
            </a:endParaRPr>
          </a:p>
        </p:txBody>
      </p:sp>
      <p:sp>
        <p:nvSpPr>
          <p:cNvPr id="208" name="Google Shape;208;p13"/>
          <p:cNvSpPr/>
          <p:nvPr/>
        </p:nvSpPr>
        <p:spPr>
          <a:xfrm rot="-10558151">
            <a:off x="693738" y="677863"/>
            <a:ext cx="182563" cy="182563"/>
          </a:xfrm>
          <a:prstGeom prst="rtTriangle">
            <a:avLst/>
          </a:prstGeom>
          <a:solidFill>
            <a:schemeClr val="lt1">
              <a:alpha val="40000"/>
            </a:schemeClr>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panose="020F0502020204030204"/>
              <a:buNone/>
            </a:pPr>
            <a:endParaRPr sz="1800" b="0" i="0" u="none" strike="noStrike" cap="none">
              <a:solidFill>
                <a:schemeClr val="lt1"/>
              </a:solidFill>
              <a:latin typeface="Calibri" panose="020F0502020204030204"/>
              <a:ea typeface="Calibri" panose="020F0502020204030204"/>
              <a:cs typeface="Calibri" panose="020F0502020204030204"/>
              <a:sym typeface="Calibri" panose="020F0502020204030204"/>
            </a:endParaRPr>
          </a:p>
        </p:txBody>
      </p:sp>
      <p:pic>
        <p:nvPicPr>
          <p:cNvPr id="209" name="Google Shape;209;p13" descr="key"/>
          <p:cNvPicPr preferRelativeResize="0"/>
          <p:nvPr/>
        </p:nvPicPr>
        <p:blipFill rotWithShape="1">
          <a:blip r:embed="rId3"/>
          <a:srcRect t="13222" b="3680"/>
          <a:stretch>
            <a:fillRect/>
          </a:stretch>
        </p:blipFill>
        <p:spPr>
          <a:xfrm>
            <a:off x="7933690" y="146685"/>
            <a:ext cx="4171315" cy="3282315"/>
          </a:xfrm>
          <a:prstGeom prst="rect">
            <a:avLst/>
          </a:prstGeom>
          <a:noFill/>
          <a:ln>
            <a:noFill/>
          </a:ln>
        </p:spPr>
      </p:pic>
      <p:pic>
        <p:nvPicPr>
          <p:cNvPr id="210" name="Google Shape;210;p13" descr="keyword"/>
          <p:cNvPicPr preferRelativeResize="0"/>
          <p:nvPr/>
        </p:nvPicPr>
        <p:blipFill rotWithShape="1">
          <a:blip r:embed="rId4"/>
          <a:srcRect t="13799" b="1951"/>
          <a:stretch>
            <a:fillRect/>
          </a:stretch>
        </p:blipFill>
        <p:spPr>
          <a:xfrm>
            <a:off x="7933690" y="3594100"/>
            <a:ext cx="4170680" cy="3126740"/>
          </a:xfrm>
          <a:prstGeom prst="rect">
            <a:avLst/>
          </a:prstGeom>
          <a:noFill/>
          <a:ln>
            <a:noFill/>
          </a:ln>
        </p:spPr>
      </p:pic>
      <p:pic>
        <p:nvPicPr>
          <p:cNvPr id="211" name="Google Shape;211;p13" descr="Aitrich Logo-02"/>
          <p:cNvPicPr preferRelativeResize="0"/>
          <p:nvPr/>
        </p:nvPicPr>
        <p:blipFill rotWithShape="1">
          <a:blip r:embed="rId5"/>
          <a:srcRect/>
          <a:stretch>
            <a:fillRect/>
          </a:stretch>
        </p:blipFill>
        <p:spPr>
          <a:xfrm>
            <a:off x="117475" y="-179070"/>
            <a:ext cx="1344000" cy="1008000"/>
          </a:xfrm>
          <a:prstGeom prst="rect">
            <a:avLst/>
          </a:prstGeom>
          <a:noFill/>
          <a:ln>
            <a:noFill/>
          </a:ln>
        </p:spPr>
      </p:pic>
    </p:spTree>
  </p:cSld>
  <p:clrMapOvr>
    <a:masterClrMapping/>
  </p:clrMapOvr>
  <mc:AlternateContent xmlns:mc="http://schemas.openxmlformats.org/markup-compatibility/2006" xmlns:p14="http://schemas.microsoft.com/office/powerpoint/2010/main">
    <mc:Choice Requires="p14">
      <p:transition spd="slow" p14:dur="1500">
        <p:split orient="vert" dir="in"/>
      </p:transition>
    </mc:Choice>
    <mc:Fallback xmlns="">
      <p:transition spd="slow">
        <p:split orient="vert" dir="in"/>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6"/>
                                        </p:tgtEl>
                                        <p:attrNameLst>
                                          <p:attrName>style.visibility</p:attrName>
                                        </p:attrNameLst>
                                      </p:cBhvr>
                                      <p:to>
                                        <p:strVal val="visible"/>
                                      </p:to>
                                    </p:set>
                                    <p:animEffect transition="in" filter="fade">
                                      <p:cBhvr>
                                        <p:cTn id="7" dur="1000"/>
                                        <p:tgtEl>
                                          <p:spTgt spid="20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5"/>
                                        </p:tgtEl>
                                        <p:attrNameLst>
                                          <p:attrName>style.visibility</p:attrName>
                                        </p:attrNameLst>
                                      </p:cBhvr>
                                      <p:to>
                                        <p:strVal val="visible"/>
                                      </p:to>
                                    </p:set>
                                    <p:animEffect transition="in" filter="fade">
                                      <p:cBhvr>
                                        <p:cTn id="12" dur="1000"/>
                                        <p:tgtEl>
                                          <p:spTgt spid="20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09"/>
                                        </p:tgtEl>
                                        <p:attrNameLst>
                                          <p:attrName>style.visibility</p:attrName>
                                        </p:attrNameLst>
                                      </p:cBhvr>
                                      <p:to>
                                        <p:strVal val="visible"/>
                                      </p:to>
                                    </p:set>
                                    <p:animEffect transition="in" filter="fade">
                                      <p:cBhvr>
                                        <p:cTn id="17" dur="500"/>
                                        <p:tgtEl>
                                          <p:spTgt spid="209"/>
                                        </p:tgtEl>
                                      </p:cBhvr>
                                    </p:animEffect>
                                  </p:childTnLst>
                                </p:cTn>
                              </p:par>
                              <p:par>
                                <p:cTn id="18" presetID="10" presetClass="entr" presetSubtype="0" fill="hold" nodeType="withEffect">
                                  <p:stCondLst>
                                    <p:cond delay="0"/>
                                  </p:stCondLst>
                                  <p:childTnLst>
                                    <p:set>
                                      <p:cBhvr>
                                        <p:cTn id="19" dur="1" fill="hold">
                                          <p:stCondLst>
                                            <p:cond delay="0"/>
                                          </p:stCondLst>
                                        </p:cTn>
                                        <p:tgtEl>
                                          <p:spTgt spid="210"/>
                                        </p:tgtEl>
                                        <p:attrNameLst>
                                          <p:attrName>style.visibility</p:attrName>
                                        </p:attrNameLst>
                                      </p:cBhvr>
                                      <p:to>
                                        <p:strVal val="visible"/>
                                      </p:to>
                                    </p:set>
                                    <p:animEffect transition="in" filter="fade">
                                      <p:cBhvr>
                                        <p:cTn id="20" dur="500"/>
                                        <p:tgtEl>
                                          <p:spTgt spid="2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29"/>
        <p:cNvGrpSpPr/>
        <p:nvPr/>
      </p:nvGrpSpPr>
      <p:grpSpPr>
        <a:xfrm>
          <a:off x="0" y="0"/>
          <a:ext cx="0" cy="0"/>
          <a:chOff x="0" y="0"/>
          <a:chExt cx="0" cy="0"/>
        </a:xfrm>
      </p:grpSpPr>
      <p:sp>
        <p:nvSpPr>
          <p:cNvPr id="230" name="Google Shape;230;p15"/>
          <p:cNvSpPr/>
          <p:nvPr/>
        </p:nvSpPr>
        <p:spPr>
          <a:xfrm>
            <a:off x="0" y="0"/>
            <a:ext cx="12192000" cy="6858000"/>
          </a:xfrm>
          <a:prstGeom prst="rect">
            <a:avLst/>
          </a:prstGeom>
          <a:solidFill>
            <a:srgbClr val="383838"/>
          </a:solidFill>
          <a:ln w="12700" cap="flat" cmpd="sng">
            <a:solidFill>
              <a:srgbClr val="42719B"/>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panose="020F0502020204030204"/>
              <a:buNone/>
            </a:pPr>
            <a:endParaRPr sz="1800" b="0" i="0" u="none" strike="noStrike" cap="none">
              <a:solidFill>
                <a:schemeClr val="lt1"/>
              </a:solidFill>
              <a:latin typeface="Calibri" panose="020F0502020204030204"/>
              <a:ea typeface="Calibri" panose="020F0502020204030204"/>
              <a:cs typeface="Calibri" panose="020F0502020204030204"/>
              <a:sym typeface="Calibri" panose="020F0502020204030204"/>
            </a:endParaRPr>
          </a:p>
        </p:txBody>
      </p:sp>
      <p:cxnSp>
        <p:nvCxnSpPr>
          <p:cNvPr id="231" name="Google Shape;231;p15"/>
          <p:cNvCxnSpPr/>
          <p:nvPr/>
        </p:nvCxnSpPr>
        <p:spPr>
          <a:xfrm>
            <a:off x="2122488" y="2667000"/>
            <a:ext cx="6432550" cy="26988"/>
          </a:xfrm>
          <a:prstGeom prst="straightConnector1">
            <a:avLst/>
          </a:prstGeom>
          <a:solidFill>
            <a:srgbClr val="EE6351"/>
          </a:solidFill>
          <a:ln>
            <a:noFill/>
          </a:ln>
        </p:spPr>
      </p:cxnSp>
      <p:cxnSp>
        <p:nvCxnSpPr>
          <p:cNvPr id="232" name="Google Shape;232;p15"/>
          <p:cNvCxnSpPr/>
          <p:nvPr/>
        </p:nvCxnSpPr>
        <p:spPr>
          <a:xfrm>
            <a:off x="2122488" y="4110038"/>
            <a:ext cx="4799013" cy="36513"/>
          </a:xfrm>
          <a:prstGeom prst="straightConnector1">
            <a:avLst/>
          </a:prstGeom>
          <a:solidFill>
            <a:srgbClr val="EE6351"/>
          </a:solidFill>
          <a:ln>
            <a:noFill/>
          </a:ln>
        </p:spPr>
      </p:cxnSp>
      <p:cxnSp>
        <p:nvCxnSpPr>
          <p:cNvPr id="233" name="Google Shape;233;p15"/>
          <p:cNvCxnSpPr/>
          <p:nvPr/>
        </p:nvCxnSpPr>
        <p:spPr>
          <a:xfrm>
            <a:off x="2093913" y="5627688"/>
            <a:ext cx="3194050" cy="1588"/>
          </a:xfrm>
          <a:prstGeom prst="straightConnector1">
            <a:avLst/>
          </a:prstGeom>
          <a:solidFill>
            <a:srgbClr val="EE6351"/>
          </a:solidFill>
          <a:ln>
            <a:noFill/>
          </a:ln>
        </p:spPr>
      </p:cxnSp>
      <p:sp>
        <p:nvSpPr>
          <p:cNvPr id="234" name="Google Shape;234;p15"/>
          <p:cNvSpPr txBox="1"/>
          <p:nvPr/>
        </p:nvSpPr>
        <p:spPr>
          <a:xfrm>
            <a:off x="739775" y="1241425"/>
            <a:ext cx="7629525" cy="5110480"/>
          </a:xfrm>
          <a:prstGeom prst="rect">
            <a:avLst/>
          </a:prstGeom>
          <a:noFill/>
          <a:ln>
            <a:noFill/>
          </a:ln>
        </p:spPr>
        <p:txBody>
          <a:bodyPr spcFirstLastPara="1" wrap="square" lIns="91425" tIns="45700" rIns="91425" bIns="45700" anchor="t" anchorCtr="0">
            <a:noAutofit/>
          </a:bodyPr>
          <a:lstStyle/>
          <a:p>
            <a:pPr marL="457200" marR="0" lvl="0" indent="-457200" algn="l" rtl="0">
              <a:lnSpc>
                <a:spcPct val="100000"/>
              </a:lnSpc>
              <a:spcBef>
                <a:spcPts val="0"/>
              </a:spcBef>
              <a:spcAft>
                <a:spcPts val="0"/>
              </a:spcAft>
              <a:buClr>
                <a:srgbClr val="DFBB64"/>
              </a:buClr>
              <a:buSzPts val="2800"/>
              <a:buFont typeface="Noto Sans Symbols"/>
              <a:buChar char="⮚"/>
            </a:pPr>
            <a:r>
              <a:rPr lang="en-US" sz="2800" b="0" i="0" u="none" strike="noStrike" cap="none">
                <a:solidFill>
                  <a:srgbClr val="DFBB64"/>
                </a:solidFill>
                <a:latin typeface="Calibri" panose="020F0502020204030204"/>
                <a:ea typeface="Calibri" panose="020F0502020204030204"/>
                <a:cs typeface="Calibri" panose="020F0502020204030204"/>
                <a:sym typeface="Calibri" panose="020F0502020204030204"/>
              </a:rPr>
              <a:t>Abstract Method</a:t>
            </a:r>
            <a:endParaRPr sz="2800" b="0" i="0" u="none" strike="noStrike" cap="none">
              <a:solidFill>
                <a:srgbClr val="DFBB64"/>
              </a:solidFill>
              <a:latin typeface="Calibri" panose="020F0502020204030204"/>
              <a:ea typeface="Calibri" panose="020F0502020204030204"/>
              <a:cs typeface="Calibri" panose="020F0502020204030204"/>
              <a:sym typeface="Calibri" panose="020F0502020204030204"/>
            </a:endParaRPr>
          </a:p>
          <a:p>
            <a:pPr marL="457200" marR="0" lvl="0" indent="-457200" algn="l" rtl="0">
              <a:lnSpc>
                <a:spcPct val="100000"/>
              </a:lnSpc>
              <a:spcBef>
                <a:spcPts val="0"/>
              </a:spcBef>
              <a:spcAft>
                <a:spcPts val="0"/>
              </a:spcAft>
              <a:buClr>
                <a:srgbClr val="DFBB64"/>
              </a:buClr>
              <a:buSzPts val="2400"/>
              <a:buFont typeface="Arial" panose="020B0604020202020204"/>
              <a:buChar char="•"/>
            </a:pPr>
            <a:r>
              <a:rPr lang="en-US" sz="2400" b="0" i="0" u="none" strike="noStrike" cap="none">
                <a:solidFill>
                  <a:srgbClr val="DFBB64"/>
                </a:solidFill>
                <a:latin typeface="Calibri" panose="020F0502020204030204"/>
                <a:ea typeface="Calibri" panose="020F0502020204030204"/>
                <a:cs typeface="Calibri" panose="020F0502020204030204"/>
                <a:sym typeface="Calibri" panose="020F0502020204030204"/>
              </a:rPr>
              <a:t>To make a method abstract, use semicolon (;)Instead of method body</a:t>
            </a:r>
            <a:endParaRPr sz="2400" b="0" i="0" u="none" strike="noStrike" cap="none">
              <a:solidFill>
                <a:srgbClr val="DFBB64"/>
              </a:solidFill>
              <a:latin typeface="Calibri" panose="020F0502020204030204"/>
              <a:ea typeface="Calibri" panose="020F0502020204030204"/>
              <a:cs typeface="Calibri" panose="020F0502020204030204"/>
              <a:sym typeface="Calibri" panose="020F0502020204030204"/>
            </a:endParaRPr>
          </a:p>
          <a:p>
            <a:pPr marL="457200" marR="0" lvl="0" indent="-457200" algn="l" rtl="0">
              <a:lnSpc>
                <a:spcPct val="100000"/>
              </a:lnSpc>
              <a:spcBef>
                <a:spcPts val="0"/>
              </a:spcBef>
              <a:spcAft>
                <a:spcPts val="0"/>
              </a:spcAft>
              <a:buClr>
                <a:srgbClr val="DFBB64"/>
              </a:buClr>
              <a:buSzPts val="2400"/>
              <a:buFont typeface="Arial" panose="020B0604020202020204"/>
              <a:buChar char="•"/>
            </a:pPr>
            <a:r>
              <a:rPr lang="en-US" sz="2400" b="0" i="0" u="none" strike="noStrike" cap="none">
                <a:solidFill>
                  <a:srgbClr val="DFBB64"/>
                </a:solidFill>
                <a:latin typeface="Calibri" panose="020F0502020204030204"/>
                <a:ea typeface="Calibri" panose="020F0502020204030204"/>
                <a:cs typeface="Calibri" panose="020F0502020204030204"/>
                <a:sym typeface="Calibri" panose="020F0502020204030204"/>
              </a:rPr>
              <a:t>Abstract method can only exit with Abstract class</a:t>
            </a:r>
            <a:endParaRPr sz="2400" b="0" i="0" u="none" strike="noStrike" cap="none">
              <a:solidFill>
                <a:srgbClr val="DFBB64"/>
              </a:solidFill>
              <a:latin typeface="Calibri" panose="020F0502020204030204"/>
              <a:ea typeface="Calibri" panose="020F0502020204030204"/>
              <a:cs typeface="Calibri" panose="020F0502020204030204"/>
              <a:sym typeface="Calibri" panose="020F0502020204030204"/>
            </a:endParaRPr>
          </a:p>
          <a:p>
            <a:pPr marL="457200" marR="0" lvl="0" indent="-457200" algn="l" rtl="0">
              <a:lnSpc>
                <a:spcPct val="100000"/>
              </a:lnSpc>
              <a:spcBef>
                <a:spcPts val="0"/>
              </a:spcBef>
              <a:spcAft>
                <a:spcPts val="0"/>
              </a:spcAft>
              <a:buClr>
                <a:srgbClr val="DFBB64"/>
              </a:buClr>
              <a:buSzPts val="2400"/>
              <a:buFont typeface="Arial" panose="020B0604020202020204"/>
              <a:buChar char="•"/>
            </a:pPr>
            <a:r>
              <a:rPr lang="en-US" sz="2400" b="0" i="0" u="none" strike="noStrike" cap="none">
                <a:solidFill>
                  <a:srgbClr val="DFBB64"/>
                </a:solidFill>
                <a:latin typeface="Calibri" panose="020F0502020204030204"/>
                <a:ea typeface="Calibri" panose="020F0502020204030204"/>
                <a:cs typeface="Calibri" panose="020F0502020204030204"/>
                <a:sym typeface="Calibri" panose="020F0502020204030204"/>
              </a:rPr>
              <a:t>You need to override Abstract methods in subclass</a:t>
            </a:r>
            <a:endParaRPr sz="2400" b="0" i="0" u="none" strike="noStrike" cap="none">
              <a:solidFill>
                <a:srgbClr val="DFBB64"/>
              </a:solidFill>
              <a:latin typeface="Calibri" panose="020F0502020204030204"/>
              <a:ea typeface="Calibri" panose="020F0502020204030204"/>
              <a:cs typeface="Calibri" panose="020F0502020204030204"/>
              <a:sym typeface="Calibri" panose="020F0502020204030204"/>
            </a:endParaRPr>
          </a:p>
          <a:p>
            <a:pPr marL="0" marR="0" lvl="0" indent="0" algn="l" rtl="0">
              <a:lnSpc>
                <a:spcPct val="100000"/>
              </a:lnSpc>
              <a:spcBef>
                <a:spcPts val="0"/>
              </a:spcBef>
              <a:spcAft>
                <a:spcPts val="0"/>
              </a:spcAft>
              <a:buClr>
                <a:schemeClr val="dk1"/>
              </a:buClr>
              <a:buSzPts val="2800"/>
              <a:buFont typeface="Arial" panose="020B0604020202020204"/>
              <a:buNone/>
            </a:pPr>
            <a:endParaRPr sz="2800" b="0" i="0" u="none" strike="noStrike" cap="none">
              <a:solidFill>
                <a:srgbClr val="DFBB64"/>
              </a:solidFill>
              <a:latin typeface="Calibri" panose="020F0502020204030204"/>
              <a:ea typeface="Calibri" panose="020F0502020204030204"/>
              <a:cs typeface="Calibri" panose="020F0502020204030204"/>
              <a:sym typeface="Calibri" panose="020F0502020204030204"/>
            </a:endParaRPr>
          </a:p>
          <a:p>
            <a:pPr marL="457200" marR="0" lvl="0" indent="-457200" algn="l" rtl="0">
              <a:lnSpc>
                <a:spcPct val="100000"/>
              </a:lnSpc>
              <a:spcBef>
                <a:spcPts val="0"/>
              </a:spcBef>
              <a:spcAft>
                <a:spcPts val="0"/>
              </a:spcAft>
              <a:buClr>
                <a:srgbClr val="DFBB64"/>
              </a:buClr>
              <a:buSzPts val="2800"/>
              <a:buFont typeface="Noto Sans Symbols"/>
              <a:buChar char="⮚"/>
            </a:pPr>
            <a:r>
              <a:rPr lang="en-US" sz="2800" b="0" i="0" u="none" strike="noStrike" cap="none">
                <a:solidFill>
                  <a:srgbClr val="DFBB64"/>
                </a:solidFill>
                <a:latin typeface="Calibri" panose="020F0502020204030204"/>
                <a:ea typeface="Calibri" panose="020F0502020204030204"/>
                <a:cs typeface="Calibri" panose="020F0502020204030204"/>
                <a:sym typeface="Calibri" panose="020F0502020204030204"/>
              </a:rPr>
              <a:t>Abstract Class</a:t>
            </a:r>
            <a:endParaRPr sz="2800" b="0" i="0" u="none" strike="noStrike" cap="none">
              <a:solidFill>
                <a:srgbClr val="DFBB64"/>
              </a:solidFill>
              <a:latin typeface="Calibri" panose="020F0502020204030204"/>
              <a:ea typeface="Calibri" panose="020F0502020204030204"/>
              <a:cs typeface="Calibri" panose="020F0502020204030204"/>
              <a:sym typeface="Calibri" panose="020F0502020204030204"/>
            </a:endParaRPr>
          </a:p>
          <a:p>
            <a:pPr marL="342900" marR="0" lvl="0" indent="-342900" algn="l" rtl="0">
              <a:lnSpc>
                <a:spcPct val="100000"/>
              </a:lnSpc>
              <a:spcBef>
                <a:spcPts val="0"/>
              </a:spcBef>
              <a:spcAft>
                <a:spcPts val="0"/>
              </a:spcAft>
              <a:buClr>
                <a:srgbClr val="DFBB64"/>
              </a:buClr>
              <a:buSzPts val="2400"/>
              <a:buFont typeface="Arial" panose="020B0604020202020204"/>
              <a:buChar char="•"/>
            </a:pPr>
            <a:r>
              <a:rPr lang="en-US" sz="2400" b="0" i="0" u="none" strike="noStrike" cap="none">
                <a:solidFill>
                  <a:srgbClr val="DFBB64"/>
                </a:solidFill>
                <a:latin typeface="Calibri" panose="020F0502020204030204"/>
                <a:ea typeface="Calibri" panose="020F0502020204030204"/>
                <a:cs typeface="Calibri" panose="020F0502020204030204"/>
                <a:sym typeface="Calibri" panose="020F0502020204030204"/>
              </a:rPr>
              <a:t>Use abstract keyword to declare Abstract Class.</a:t>
            </a:r>
            <a:endParaRPr sz="2400" b="0" i="0" u="none" strike="noStrike" cap="none">
              <a:solidFill>
                <a:srgbClr val="DFBB64"/>
              </a:solidFill>
              <a:latin typeface="Calibri" panose="020F0502020204030204"/>
              <a:ea typeface="Calibri" panose="020F0502020204030204"/>
              <a:cs typeface="Calibri" panose="020F0502020204030204"/>
              <a:sym typeface="Calibri" panose="020F0502020204030204"/>
            </a:endParaRPr>
          </a:p>
          <a:p>
            <a:pPr marL="342900" marR="0" lvl="0" indent="-342900" algn="l" rtl="0">
              <a:lnSpc>
                <a:spcPct val="100000"/>
              </a:lnSpc>
              <a:spcBef>
                <a:spcPts val="0"/>
              </a:spcBef>
              <a:spcAft>
                <a:spcPts val="0"/>
              </a:spcAft>
              <a:buClr>
                <a:srgbClr val="DFBB64"/>
              </a:buClr>
              <a:buSzPts val="2400"/>
              <a:buFont typeface="Arial" panose="020B0604020202020204"/>
              <a:buChar char="•"/>
            </a:pPr>
            <a:r>
              <a:rPr lang="en-US" sz="2400" b="0" i="0" u="none" strike="noStrike" cap="none">
                <a:solidFill>
                  <a:srgbClr val="DFBB64"/>
                </a:solidFill>
                <a:latin typeface="Calibri" panose="020F0502020204030204"/>
                <a:ea typeface="Calibri" panose="020F0502020204030204"/>
                <a:cs typeface="Calibri" panose="020F0502020204030204"/>
                <a:sym typeface="Calibri" panose="020F0502020204030204"/>
              </a:rPr>
              <a:t>Abstract class can have Abstract Methods, Normal Methods and Instance Variables as well</a:t>
            </a:r>
            <a:endParaRPr sz="2400" b="0" i="0" u="none" strike="noStrike" cap="none">
              <a:solidFill>
                <a:srgbClr val="DFBB64"/>
              </a:solidFill>
              <a:latin typeface="Calibri" panose="020F0502020204030204"/>
              <a:ea typeface="Calibri" panose="020F0502020204030204"/>
              <a:cs typeface="Calibri" panose="020F0502020204030204"/>
              <a:sym typeface="Calibri" panose="020F0502020204030204"/>
            </a:endParaRPr>
          </a:p>
          <a:p>
            <a:pPr marL="342900" marR="0" lvl="0" indent="-342900" algn="l" rtl="0">
              <a:lnSpc>
                <a:spcPct val="100000"/>
              </a:lnSpc>
              <a:spcBef>
                <a:spcPts val="0"/>
              </a:spcBef>
              <a:spcAft>
                <a:spcPts val="0"/>
              </a:spcAft>
              <a:buClr>
                <a:srgbClr val="DFBB64"/>
              </a:buClr>
              <a:buSzPts val="2400"/>
              <a:buFont typeface="Arial" panose="020B0604020202020204"/>
              <a:buChar char="•"/>
            </a:pPr>
            <a:r>
              <a:rPr lang="en-US" sz="2400" b="0" i="0" u="none" strike="noStrike" cap="none">
                <a:solidFill>
                  <a:srgbClr val="DFBB64"/>
                </a:solidFill>
                <a:latin typeface="Calibri" panose="020F0502020204030204"/>
                <a:ea typeface="Calibri" panose="020F0502020204030204"/>
                <a:cs typeface="Calibri" panose="020F0502020204030204"/>
                <a:sym typeface="Calibri" panose="020F0502020204030204"/>
              </a:rPr>
              <a:t>The Abstract Class cannot be instantiated, you cannot create objects. But can be inherited</a:t>
            </a:r>
            <a:endParaRPr sz="2400" b="0" i="0" u="none" strike="noStrike" cap="none">
              <a:solidFill>
                <a:srgbClr val="DFBB64"/>
              </a:solidFill>
              <a:latin typeface="Calibri" panose="020F0502020204030204"/>
              <a:ea typeface="Calibri" panose="020F0502020204030204"/>
              <a:cs typeface="Calibri" panose="020F0502020204030204"/>
              <a:sym typeface="Calibri" panose="020F0502020204030204"/>
            </a:endParaRPr>
          </a:p>
        </p:txBody>
      </p:sp>
      <p:sp>
        <p:nvSpPr>
          <p:cNvPr id="235" name="Google Shape;235;p15"/>
          <p:cNvSpPr/>
          <p:nvPr/>
        </p:nvSpPr>
        <p:spPr>
          <a:xfrm>
            <a:off x="1009650" y="418465"/>
            <a:ext cx="6923405" cy="975995"/>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lt1"/>
              </a:buClr>
              <a:buSzPts val="4000"/>
              <a:buFont typeface="Arial" panose="020B0604020202020204"/>
              <a:buNone/>
            </a:pPr>
            <a:r>
              <a:rPr lang="en-US" sz="4000" b="0" i="0" u="none" strike="noStrike" cap="none">
                <a:solidFill>
                  <a:schemeClr val="lt1"/>
                </a:solidFill>
                <a:latin typeface="Arial" panose="020B0604020202020204"/>
                <a:ea typeface="Arial" panose="020B0604020202020204"/>
                <a:cs typeface="Arial" panose="020B0604020202020204"/>
                <a:sym typeface="Arial" panose="020B0604020202020204"/>
              </a:rPr>
              <a:t>Abstract class and method</a:t>
            </a:r>
            <a:endParaRPr sz="4000" b="0" i="0" u="none" strike="noStrike" cap="none">
              <a:solidFill>
                <a:schemeClr val="lt1"/>
              </a:solidFill>
              <a:latin typeface="Arial" panose="020B0604020202020204"/>
              <a:ea typeface="Arial" panose="020B0604020202020204"/>
              <a:cs typeface="Arial" panose="020B0604020202020204"/>
              <a:sym typeface="Arial" panose="020B0604020202020204"/>
            </a:endParaRPr>
          </a:p>
        </p:txBody>
      </p:sp>
      <p:sp>
        <p:nvSpPr>
          <p:cNvPr id="236" name="Google Shape;236;p15"/>
          <p:cNvSpPr/>
          <p:nvPr/>
        </p:nvSpPr>
        <p:spPr>
          <a:xfrm rot="4705673">
            <a:off x="673100" y="723900"/>
            <a:ext cx="223838" cy="223838"/>
          </a:xfrm>
          <a:prstGeom prst="rtTriangl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panose="020F0502020204030204"/>
              <a:buNone/>
            </a:pPr>
            <a:endParaRPr sz="1800" b="0" i="0" u="none" strike="noStrike" cap="none">
              <a:solidFill>
                <a:schemeClr val="lt1"/>
              </a:solidFill>
              <a:latin typeface="Calibri" panose="020F0502020204030204"/>
              <a:ea typeface="Calibri" panose="020F0502020204030204"/>
              <a:cs typeface="Calibri" panose="020F0502020204030204"/>
              <a:sym typeface="Calibri" panose="020F0502020204030204"/>
            </a:endParaRPr>
          </a:p>
        </p:txBody>
      </p:sp>
      <p:sp>
        <p:nvSpPr>
          <p:cNvPr id="237" name="Google Shape;237;p15"/>
          <p:cNvSpPr/>
          <p:nvPr/>
        </p:nvSpPr>
        <p:spPr>
          <a:xfrm rot="-10558151">
            <a:off x="693738" y="677863"/>
            <a:ext cx="182563" cy="182563"/>
          </a:xfrm>
          <a:prstGeom prst="rtTriangle">
            <a:avLst/>
          </a:prstGeom>
          <a:solidFill>
            <a:schemeClr val="lt1">
              <a:alpha val="40000"/>
            </a:schemeClr>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panose="020F0502020204030204"/>
              <a:buNone/>
            </a:pPr>
            <a:endParaRPr sz="1800" b="0" i="0" u="none" strike="noStrike" cap="none">
              <a:solidFill>
                <a:schemeClr val="lt1"/>
              </a:solidFill>
              <a:latin typeface="Calibri" panose="020F0502020204030204"/>
              <a:ea typeface="Calibri" panose="020F0502020204030204"/>
              <a:cs typeface="Calibri" panose="020F0502020204030204"/>
              <a:sym typeface="Calibri" panose="020F0502020204030204"/>
            </a:endParaRPr>
          </a:p>
        </p:txBody>
      </p:sp>
      <p:pic>
        <p:nvPicPr>
          <p:cNvPr id="238" name="Google Shape;238;p15" descr="ab"/>
          <p:cNvPicPr preferRelativeResize="0"/>
          <p:nvPr/>
        </p:nvPicPr>
        <p:blipFill rotWithShape="1">
          <a:blip r:embed="rId3"/>
          <a:srcRect/>
          <a:stretch>
            <a:fillRect/>
          </a:stretch>
        </p:blipFill>
        <p:spPr>
          <a:xfrm>
            <a:off x="8244205" y="288290"/>
            <a:ext cx="3774440" cy="6363335"/>
          </a:xfrm>
          <a:prstGeom prst="rect">
            <a:avLst/>
          </a:prstGeom>
          <a:noFill/>
          <a:ln>
            <a:noFill/>
          </a:ln>
        </p:spPr>
      </p:pic>
      <p:pic>
        <p:nvPicPr>
          <p:cNvPr id="239" name="Google Shape;239;p15" descr="Aitrich Logo_Artboard 4"/>
          <p:cNvPicPr preferRelativeResize="0"/>
          <p:nvPr/>
        </p:nvPicPr>
        <p:blipFill rotWithShape="1">
          <a:blip r:embed="rId4"/>
          <a:srcRect/>
          <a:stretch>
            <a:fillRect/>
          </a:stretch>
        </p:blipFill>
        <p:spPr>
          <a:xfrm>
            <a:off x="74295" y="-90170"/>
            <a:ext cx="1275715" cy="956945"/>
          </a:xfrm>
          <a:prstGeom prst="rect">
            <a:avLst/>
          </a:prstGeom>
          <a:noFill/>
          <a:ln>
            <a:noFill/>
          </a:ln>
        </p:spPr>
      </p:pic>
    </p:spTree>
  </p:cSld>
  <p:clrMapOvr>
    <a:masterClrMapping/>
  </p:clrMapOvr>
  <mc:AlternateContent xmlns:mc="http://schemas.openxmlformats.org/markup-compatibility/2006" xmlns:p14="http://schemas.microsoft.com/office/powerpoint/2010/main">
    <mc:Choice Requires="p14">
      <p:transition spd="slow" p14:dur="1500">
        <p:split orient="vert" dir="in"/>
      </p:transition>
    </mc:Choice>
    <mc:Fallback xmlns="">
      <p:transition spd="slow">
        <p:split orient="vert" dir="in"/>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5"/>
                                        </p:tgtEl>
                                        <p:attrNameLst>
                                          <p:attrName>style.visibility</p:attrName>
                                        </p:attrNameLst>
                                      </p:cBhvr>
                                      <p:to>
                                        <p:strVal val="visible"/>
                                      </p:to>
                                    </p:set>
                                    <p:animEffect transition="in" filter="fade">
                                      <p:cBhvr>
                                        <p:cTn id="7" dur="1000"/>
                                        <p:tgtEl>
                                          <p:spTgt spid="23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34"/>
                                        </p:tgtEl>
                                        <p:attrNameLst>
                                          <p:attrName>style.visibility</p:attrName>
                                        </p:attrNameLst>
                                      </p:cBhvr>
                                      <p:to>
                                        <p:strVal val="visible"/>
                                      </p:to>
                                    </p:set>
                                    <p:animEffect transition="in" filter="fade">
                                      <p:cBhvr>
                                        <p:cTn id="12" dur="1000"/>
                                        <p:tgtEl>
                                          <p:spTgt spid="23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38"/>
                                        </p:tgtEl>
                                        <p:attrNameLst>
                                          <p:attrName>style.visibility</p:attrName>
                                        </p:attrNameLst>
                                      </p:cBhvr>
                                      <p:to>
                                        <p:strVal val="visible"/>
                                      </p:to>
                                    </p:set>
                                    <p:animEffect transition="in" filter="fade">
                                      <p:cBhvr>
                                        <p:cTn id="17" dur="500"/>
                                        <p:tgtEl>
                                          <p:spTgt spid="23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15"/>
        <p:cNvGrpSpPr/>
        <p:nvPr/>
      </p:nvGrpSpPr>
      <p:grpSpPr>
        <a:xfrm>
          <a:off x="0" y="0"/>
          <a:ext cx="0" cy="0"/>
          <a:chOff x="0" y="0"/>
          <a:chExt cx="0" cy="0"/>
        </a:xfrm>
      </p:grpSpPr>
      <p:sp>
        <p:nvSpPr>
          <p:cNvPr id="216" name="Google Shape;216;p14"/>
          <p:cNvSpPr/>
          <p:nvPr/>
        </p:nvSpPr>
        <p:spPr>
          <a:xfrm>
            <a:off x="0" y="0"/>
            <a:ext cx="12192000" cy="6858000"/>
          </a:xfrm>
          <a:prstGeom prst="rect">
            <a:avLst/>
          </a:prstGeom>
          <a:solidFill>
            <a:srgbClr val="383838"/>
          </a:solidFill>
          <a:ln w="12700" cap="flat" cmpd="sng">
            <a:solidFill>
              <a:srgbClr val="42719B"/>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panose="020F0502020204030204"/>
              <a:buNone/>
            </a:pPr>
            <a:endParaRPr sz="1800" b="0" i="0" u="none" strike="noStrike" cap="none">
              <a:solidFill>
                <a:schemeClr val="lt1"/>
              </a:solidFill>
              <a:latin typeface="Calibri" panose="020F0502020204030204"/>
              <a:ea typeface="Calibri" panose="020F0502020204030204"/>
              <a:cs typeface="Calibri" panose="020F0502020204030204"/>
              <a:sym typeface="Calibri" panose="020F0502020204030204"/>
            </a:endParaRPr>
          </a:p>
        </p:txBody>
      </p:sp>
      <p:cxnSp>
        <p:nvCxnSpPr>
          <p:cNvPr id="217" name="Google Shape;217;p14"/>
          <p:cNvCxnSpPr/>
          <p:nvPr/>
        </p:nvCxnSpPr>
        <p:spPr>
          <a:xfrm>
            <a:off x="2122488" y="2667000"/>
            <a:ext cx="6432550" cy="26988"/>
          </a:xfrm>
          <a:prstGeom prst="straightConnector1">
            <a:avLst/>
          </a:prstGeom>
          <a:solidFill>
            <a:srgbClr val="EE6351"/>
          </a:solidFill>
          <a:ln>
            <a:noFill/>
          </a:ln>
        </p:spPr>
      </p:cxnSp>
      <p:cxnSp>
        <p:nvCxnSpPr>
          <p:cNvPr id="218" name="Google Shape;218;p14"/>
          <p:cNvCxnSpPr/>
          <p:nvPr/>
        </p:nvCxnSpPr>
        <p:spPr>
          <a:xfrm>
            <a:off x="2122488" y="4110038"/>
            <a:ext cx="4799013" cy="36513"/>
          </a:xfrm>
          <a:prstGeom prst="straightConnector1">
            <a:avLst/>
          </a:prstGeom>
          <a:solidFill>
            <a:srgbClr val="EE6351"/>
          </a:solidFill>
          <a:ln>
            <a:noFill/>
          </a:ln>
        </p:spPr>
      </p:cxnSp>
      <p:cxnSp>
        <p:nvCxnSpPr>
          <p:cNvPr id="219" name="Google Shape;219;p14"/>
          <p:cNvCxnSpPr/>
          <p:nvPr/>
        </p:nvCxnSpPr>
        <p:spPr>
          <a:xfrm>
            <a:off x="2093913" y="5627688"/>
            <a:ext cx="3194050" cy="1588"/>
          </a:xfrm>
          <a:prstGeom prst="straightConnector1">
            <a:avLst/>
          </a:prstGeom>
          <a:solidFill>
            <a:srgbClr val="EE6351"/>
          </a:solidFill>
          <a:ln>
            <a:noFill/>
          </a:ln>
        </p:spPr>
      </p:cxnSp>
      <p:sp>
        <p:nvSpPr>
          <p:cNvPr id="220" name="Google Shape;220;p14"/>
          <p:cNvSpPr txBox="1"/>
          <p:nvPr/>
        </p:nvSpPr>
        <p:spPr>
          <a:xfrm>
            <a:off x="739775" y="1570355"/>
            <a:ext cx="6950710" cy="478155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DFBB64"/>
              </a:buClr>
              <a:buSzPts val="2800"/>
              <a:buFont typeface="Arial" panose="020B0604020202020204"/>
              <a:buNone/>
            </a:pPr>
            <a:r>
              <a:rPr lang="en-US" sz="2800" b="0" i="0" u="none" strike="noStrike" cap="none">
                <a:solidFill>
                  <a:srgbClr val="DFBB64"/>
                </a:solidFill>
                <a:latin typeface="Calibri" panose="020F0502020204030204"/>
                <a:ea typeface="Calibri" panose="020F0502020204030204"/>
                <a:cs typeface="Calibri" panose="020F0502020204030204"/>
                <a:sym typeface="Calibri" panose="020F0502020204030204"/>
              </a:rPr>
              <a:t>Polymorphism is the ability of an object to take many forms.</a:t>
            </a:r>
            <a:endParaRPr sz="2800" b="0" i="0" u="none" strike="noStrike" cap="none">
              <a:solidFill>
                <a:srgbClr val="DFBB64"/>
              </a:solidFill>
              <a:latin typeface="Calibri" panose="020F0502020204030204"/>
              <a:ea typeface="Calibri" panose="020F0502020204030204"/>
              <a:cs typeface="Calibri" panose="020F0502020204030204"/>
              <a:sym typeface="Calibri" panose="020F0502020204030204"/>
            </a:endParaRPr>
          </a:p>
          <a:p>
            <a:pPr marL="0" marR="0" lvl="0" indent="0" algn="l" rtl="0">
              <a:lnSpc>
                <a:spcPct val="100000"/>
              </a:lnSpc>
              <a:spcBef>
                <a:spcPts val="0"/>
              </a:spcBef>
              <a:spcAft>
                <a:spcPts val="0"/>
              </a:spcAft>
              <a:buClr>
                <a:srgbClr val="DFBB64"/>
              </a:buClr>
              <a:buSzPts val="2800"/>
              <a:buFont typeface="Arial" panose="020B0604020202020204"/>
              <a:buNone/>
            </a:pPr>
            <a:r>
              <a:rPr lang="en-US" sz="2800" b="0" i="0" u="none" strike="noStrike" cap="none">
                <a:solidFill>
                  <a:srgbClr val="DFBB64"/>
                </a:solidFill>
                <a:latin typeface="Calibri" panose="020F0502020204030204"/>
                <a:ea typeface="Calibri" panose="020F0502020204030204"/>
                <a:cs typeface="Calibri" panose="020F0502020204030204"/>
                <a:sym typeface="Calibri" panose="020F0502020204030204"/>
              </a:rPr>
              <a:t>There are two types of polymorphism</a:t>
            </a:r>
            <a:endParaRPr sz="2800" b="0" i="0" u="none" strike="noStrike" cap="none">
              <a:solidFill>
                <a:srgbClr val="DFBB64"/>
              </a:solidFill>
              <a:latin typeface="Calibri" panose="020F0502020204030204"/>
              <a:ea typeface="Calibri" panose="020F0502020204030204"/>
              <a:cs typeface="Calibri" panose="020F0502020204030204"/>
              <a:sym typeface="Calibri" panose="020F0502020204030204"/>
            </a:endParaRPr>
          </a:p>
          <a:p>
            <a:pPr marL="457200" marR="0" lvl="0" indent="-457200" algn="l" rtl="0">
              <a:lnSpc>
                <a:spcPct val="100000"/>
              </a:lnSpc>
              <a:spcBef>
                <a:spcPts val="0"/>
              </a:spcBef>
              <a:spcAft>
                <a:spcPts val="0"/>
              </a:spcAft>
              <a:buClr>
                <a:srgbClr val="DFBB64"/>
              </a:buClr>
              <a:buSzPts val="2800"/>
              <a:buFont typeface="Arial" panose="020B0604020202020204"/>
              <a:buChar char="•"/>
            </a:pPr>
            <a:r>
              <a:rPr lang="en-US" sz="2800" b="0" i="0" u="none" strike="noStrike" cap="none">
                <a:solidFill>
                  <a:srgbClr val="DFBB64"/>
                </a:solidFill>
                <a:latin typeface="Calibri" panose="020F0502020204030204"/>
                <a:ea typeface="Calibri" panose="020F0502020204030204"/>
                <a:cs typeface="Calibri" panose="020F0502020204030204"/>
                <a:sym typeface="Calibri" panose="020F0502020204030204"/>
              </a:rPr>
              <a:t>Compile time</a:t>
            </a:r>
            <a:endParaRPr sz="2800" b="0" i="0" u="none" strike="noStrike" cap="none">
              <a:solidFill>
                <a:srgbClr val="DFBB64"/>
              </a:solidFill>
              <a:latin typeface="Calibri" panose="020F0502020204030204"/>
              <a:ea typeface="Calibri" panose="020F0502020204030204"/>
              <a:cs typeface="Calibri" panose="020F0502020204030204"/>
              <a:sym typeface="Calibri" panose="020F0502020204030204"/>
            </a:endParaRPr>
          </a:p>
          <a:p>
            <a:pPr marL="457200" marR="0" lvl="0" indent="-457200" algn="l" rtl="0">
              <a:lnSpc>
                <a:spcPct val="100000"/>
              </a:lnSpc>
              <a:spcBef>
                <a:spcPts val="0"/>
              </a:spcBef>
              <a:spcAft>
                <a:spcPts val="0"/>
              </a:spcAft>
              <a:buClr>
                <a:srgbClr val="DFBB64"/>
              </a:buClr>
              <a:buSzPts val="2800"/>
              <a:buFont typeface="Arial" panose="020B0604020202020204"/>
              <a:buChar char="•"/>
            </a:pPr>
            <a:r>
              <a:rPr lang="en-US" sz="2800" b="0" i="0" u="none" strike="noStrike" cap="none">
                <a:solidFill>
                  <a:srgbClr val="DFBB64"/>
                </a:solidFill>
                <a:latin typeface="Calibri" panose="020F0502020204030204"/>
                <a:ea typeface="Calibri" panose="020F0502020204030204"/>
                <a:cs typeface="Calibri" panose="020F0502020204030204"/>
                <a:sym typeface="Calibri" panose="020F0502020204030204"/>
              </a:rPr>
              <a:t>Run time</a:t>
            </a:r>
            <a:endParaRPr sz="2800" b="0" i="0" u="none" strike="noStrike" cap="none">
              <a:solidFill>
                <a:srgbClr val="DFBB64"/>
              </a:solidFill>
              <a:latin typeface="Calibri" panose="020F0502020204030204"/>
              <a:ea typeface="Calibri" panose="020F0502020204030204"/>
              <a:cs typeface="Calibri" panose="020F0502020204030204"/>
              <a:sym typeface="Calibri" panose="020F0502020204030204"/>
            </a:endParaRPr>
          </a:p>
          <a:p>
            <a:pPr marL="0" marR="0" lvl="0" indent="0" algn="l" rtl="0">
              <a:lnSpc>
                <a:spcPct val="100000"/>
              </a:lnSpc>
              <a:spcBef>
                <a:spcPts val="0"/>
              </a:spcBef>
              <a:spcAft>
                <a:spcPts val="0"/>
              </a:spcAft>
              <a:buClr>
                <a:schemeClr val="dk1"/>
              </a:buClr>
              <a:buSzPts val="2800"/>
              <a:buFont typeface="Arial" panose="020B0604020202020204"/>
              <a:buNone/>
            </a:pPr>
            <a:endParaRPr sz="2800" b="0" i="0" u="none" strike="noStrike" cap="none">
              <a:solidFill>
                <a:srgbClr val="DFBB64"/>
              </a:solidFill>
              <a:latin typeface="Calibri" panose="020F0502020204030204"/>
              <a:ea typeface="Calibri" panose="020F0502020204030204"/>
              <a:cs typeface="Calibri" panose="020F0502020204030204"/>
              <a:sym typeface="Calibri" panose="020F0502020204030204"/>
            </a:endParaRPr>
          </a:p>
          <a:p>
            <a:pPr marL="0" marR="0" lvl="0" indent="0" algn="l" rtl="0">
              <a:lnSpc>
                <a:spcPct val="100000"/>
              </a:lnSpc>
              <a:spcBef>
                <a:spcPts val="0"/>
              </a:spcBef>
              <a:spcAft>
                <a:spcPts val="0"/>
              </a:spcAft>
              <a:buClr>
                <a:srgbClr val="DFBB64"/>
              </a:buClr>
              <a:buSzPts val="2800"/>
              <a:buFont typeface="Arial" panose="020B0604020202020204"/>
              <a:buNone/>
            </a:pPr>
            <a:r>
              <a:rPr lang="en-US" sz="2800" b="0" i="0" u="none" strike="noStrike" cap="none">
                <a:solidFill>
                  <a:srgbClr val="DFBB64"/>
                </a:solidFill>
                <a:latin typeface="Calibri" panose="020F0502020204030204"/>
                <a:ea typeface="Calibri" panose="020F0502020204030204"/>
                <a:cs typeface="Calibri" panose="020F0502020204030204"/>
                <a:sym typeface="Calibri" panose="020F0502020204030204"/>
              </a:rPr>
              <a:t>The example here shows the ability of an object name obj to take many forms.</a:t>
            </a:r>
            <a:endParaRPr sz="2800" b="0" i="0" u="none" strike="noStrike" cap="none">
              <a:solidFill>
                <a:srgbClr val="DFBB64"/>
              </a:solidFill>
              <a:latin typeface="Calibri" panose="020F0502020204030204"/>
              <a:ea typeface="Calibri" panose="020F0502020204030204"/>
              <a:cs typeface="Calibri" panose="020F0502020204030204"/>
              <a:sym typeface="Calibri" panose="020F0502020204030204"/>
            </a:endParaRPr>
          </a:p>
        </p:txBody>
      </p:sp>
      <p:sp>
        <p:nvSpPr>
          <p:cNvPr id="221" name="Google Shape;221;p14"/>
          <p:cNvSpPr/>
          <p:nvPr/>
        </p:nvSpPr>
        <p:spPr>
          <a:xfrm>
            <a:off x="1009650" y="418465"/>
            <a:ext cx="6174740" cy="975995"/>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lt1"/>
              </a:buClr>
              <a:buSzPts val="4000"/>
              <a:buFont typeface="Arial" panose="020B0604020202020204"/>
              <a:buNone/>
            </a:pPr>
            <a:r>
              <a:rPr lang="en-US" sz="4000" b="0" i="0" u="none" strike="noStrike" cap="none">
                <a:solidFill>
                  <a:schemeClr val="lt1"/>
                </a:solidFill>
                <a:latin typeface="Arial" panose="020B0604020202020204"/>
                <a:ea typeface="Arial" panose="020B0604020202020204"/>
                <a:cs typeface="Arial" panose="020B0604020202020204"/>
                <a:sym typeface="Arial" panose="020B0604020202020204"/>
              </a:rPr>
              <a:t>Polymorphism </a:t>
            </a:r>
            <a:endParaRPr sz="4000" b="0" i="0" u="none" strike="noStrike" cap="none">
              <a:solidFill>
                <a:schemeClr val="lt1"/>
              </a:solidFill>
              <a:latin typeface="Arial" panose="020B0604020202020204"/>
              <a:ea typeface="Arial" panose="020B0604020202020204"/>
              <a:cs typeface="Arial" panose="020B0604020202020204"/>
              <a:sym typeface="Arial" panose="020B0604020202020204"/>
            </a:endParaRPr>
          </a:p>
        </p:txBody>
      </p:sp>
      <p:sp>
        <p:nvSpPr>
          <p:cNvPr id="222" name="Google Shape;222;p14"/>
          <p:cNvSpPr/>
          <p:nvPr/>
        </p:nvSpPr>
        <p:spPr>
          <a:xfrm rot="4705673">
            <a:off x="673100" y="723900"/>
            <a:ext cx="223838" cy="223838"/>
          </a:xfrm>
          <a:prstGeom prst="rtTriangl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panose="020F0502020204030204"/>
              <a:buNone/>
            </a:pPr>
            <a:endParaRPr sz="1800" b="0" i="0" u="none" strike="noStrike" cap="none">
              <a:solidFill>
                <a:schemeClr val="lt1"/>
              </a:solidFill>
              <a:latin typeface="Calibri" panose="020F0502020204030204"/>
              <a:ea typeface="Calibri" panose="020F0502020204030204"/>
              <a:cs typeface="Calibri" panose="020F0502020204030204"/>
              <a:sym typeface="Calibri" panose="020F0502020204030204"/>
            </a:endParaRPr>
          </a:p>
        </p:txBody>
      </p:sp>
      <p:sp>
        <p:nvSpPr>
          <p:cNvPr id="223" name="Google Shape;223;p14"/>
          <p:cNvSpPr/>
          <p:nvPr/>
        </p:nvSpPr>
        <p:spPr>
          <a:xfrm rot="-10558151">
            <a:off x="693738" y="677863"/>
            <a:ext cx="182563" cy="182563"/>
          </a:xfrm>
          <a:prstGeom prst="rtTriangle">
            <a:avLst/>
          </a:prstGeom>
          <a:solidFill>
            <a:schemeClr val="lt1">
              <a:alpha val="40000"/>
            </a:schemeClr>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panose="020F0502020204030204"/>
              <a:buNone/>
            </a:pPr>
            <a:endParaRPr sz="1800" b="0" i="0" u="none" strike="noStrike" cap="none">
              <a:solidFill>
                <a:schemeClr val="lt1"/>
              </a:solidFill>
              <a:latin typeface="Calibri" panose="020F0502020204030204"/>
              <a:ea typeface="Calibri" panose="020F0502020204030204"/>
              <a:cs typeface="Calibri" panose="020F0502020204030204"/>
              <a:sym typeface="Calibri" panose="020F0502020204030204"/>
            </a:endParaRPr>
          </a:p>
        </p:txBody>
      </p:sp>
      <p:pic>
        <p:nvPicPr>
          <p:cNvPr id="224" name="Google Shape;224;p14" descr="poly"/>
          <p:cNvPicPr preferRelativeResize="0"/>
          <p:nvPr/>
        </p:nvPicPr>
        <p:blipFill rotWithShape="1">
          <a:blip r:embed="rId3"/>
          <a:srcRect l="2908" r="3163"/>
          <a:stretch>
            <a:fillRect/>
          </a:stretch>
        </p:blipFill>
        <p:spPr>
          <a:xfrm>
            <a:off x="7263130" y="277495"/>
            <a:ext cx="4656455" cy="6303010"/>
          </a:xfrm>
          <a:prstGeom prst="rect">
            <a:avLst/>
          </a:prstGeom>
          <a:noFill/>
          <a:ln>
            <a:noFill/>
          </a:ln>
        </p:spPr>
      </p:pic>
      <p:pic>
        <p:nvPicPr>
          <p:cNvPr id="225" name="Google Shape;225;p14" descr="Aitrich Logo_Artboard 4"/>
          <p:cNvPicPr preferRelativeResize="0"/>
          <p:nvPr/>
        </p:nvPicPr>
        <p:blipFill rotWithShape="1">
          <a:blip r:embed="rId4"/>
          <a:srcRect/>
          <a:stretch>
            <a:fillRect/>
          </a:stretch>
        </p:blipFill>
        <p:spPr>
          <a:xfrm>
            <a:off x="74295" y="-90170"/>
            <a:ext cx="1275715" cy="956945"/>
          </a:xfrm>
          <a:prstGeom prst="rect">
            <a:avLst/>
          </a:prstGeom>
          <a:noFill/>
          <a:ln>
            <a:noFill/>
          </a:ln>
        </p:spPr>
      </p:pic>
    </p:spTree>
  </p:cSld>
  <p:clrMapOvr>
    <a:masterClrMapping/>
  </p:clrMapOvr>
  <mc:AlternateContent xmlns:mc="http://schemas.openxmlformats.org/markup-compatibility/2006" xmlns:p14="http://schemas.microsoft.com/office/powerpoint/2010/main">
    <mc:Choice Requires="p14">
      <p:transition spd="slow" p14:dur="1500">
        <p:split orient="vert" dir="in"/>
      </p:transition>
    </mc:Choice>
    <mc:Fallback xmlns="">
      <p:transition spd="slow">
        <p:split orient="vert" dir="in"/>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1"/>
                                        </p:tgtEl>
                                        <p:attrNameLst>
                                          <p:attrName>style.visibility</p:attrName>
                                        </p:attrNameLst>
                                      </p:cBhvr>
                                      <p:to>
                                        <p:strVal val="visible"/>
                                      </p:to>
                                    </p:set>
                                    <p:animEffect transition="in" filter="fade">
                                      <p:cBhvr>
                                        <p:cTn id="7" dur="1000"/>
                                        <p:tgtEl>
                                          <p:spTgt spid="2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20"/>
                                        </p:tgtEl>
                                        <p:attrNameLst>
                                          <p:attrName>style.visibility</p:attrName>
                                        </p:attrNameLst>
                                      </p:cBhvr>
                                      <p:to>
                                        <p:strVal val="visible"/>
                                      </p:to>
                                    </p:set>
                                    <p:animEffect transition="in" filter="fade">
                                      <p:cBhvr>
                                        <p:cTn id="12" dur="1000"/>
                                        <p:tgtEl>
                                          <p:spTgt spid="22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4"/>
                                        </p:tgtEl>
                                        <p:attrNameLst>
                                          <p:attrName>style.visibility</p:attrName>
                                        </p:attrNameLst>
                                      </p:cBhvr>
                                      <p:to>
                                        <p:strVal val="visible"/>
                                      </p:to>
                                    </p:set>
                                    <p:animEffect transition="in" filter="fade">
                                      <p:cBhvr>
                                        <p:cTn id="17" dur="500"/>
                                        <p:tgtEl>
                                          <p:spTgt spid="2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43"/>
        <p:cNvGrpSpPr/>
        <p:nvPr/>
      </p:nvGrpSpPr>
      <p:grpSpPr>
        <a:xfrm>
          <a:off x="0" y="0"/>
          <a:ext cx="0" cy="0"/>
          <a:chOff x="0" y="0"/>
          <a:chExt cx="0" cy="0"/>
        </a:xfrm>
      </p:grpSpPr>
      <p:sp>
        <p:nvSpPr>
          <p:cNvPr id="244" name="Google Shape;244;p16"/>
          <p:cNvSpPr/>
          <p:nvPr/>
        </p:nvSpPr>
        <p:spPr>
          <a:xfrm>
            <a:off x="0" y="0"/>
            <a:ext cx="12192000" cy="6858000"/>
          </a:xfrm>
          <a:prstGeom prst="rect">
            <a:avLst/>
          </a:prstGeom>
          <a:solidFill>
            <a:srgbClr val="383838"/>
          </a:solidFill>
          <a:ln w="12700" cap="flat" cmpd="sng">
            <a:solidFill>
              <a:srgbClr val="42719B"/>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panose="020F0502020204030204"/>
              <a:buNone/>
            </a:pPr>
            <a:endParaRPr sz="1800" b="0" i="0" u="none" strike="noStrike" cap="none">
              <a:solidFill>
                <a:schemeClr val="lt1"/>
              </a:solidFill>
              <a:latin typeface="Calibri" panose="020F0502020204030204"/>
              <a:ea typeface="Calibri" panose="020F0502020204030204"/>
              <a:cs typeface="Calibri" panose="020F0502020204030204"/>
              <a:sym typeface="Calibri" panose="020F0502020204030204"/>
            </a:endParaRPr>
          </a:p>
        </p:txBody>
      </p:sp>
      <p:cxnSp>
        <p:nvCxnSpPr>
          <p:cNvPr id="245" name="Google Shape;245;p16"/>
          <p:cNvCxnSpPr/>
          <p:nvPr/>
        </p:nvCxnSpPr>
        <p:spPr>
          <a:xfrm>
            <a:off x="2122488" y="2667000"/>
            <a:ext cx="6432550" cy="26988"/>
          </a:xfrm>
          <a:prstGeom prst="straightConnector1">
            <a:avLst/>
          </a:prstGeom>
          <a:solidFill>
            <a:srgbClr val="EE6351"/>
          </a:solidFill>
          <a:ln>
            <a:noFill/>
          </a:ln>
        </p:spPr>
      </p:cxnSp>
      <p:cxnSp>
        <p:nvCxnSpPr>
          <p:cNvPr id="246" name="Google Shape;246;p16"/>
          <p:cNvCxnSpPr/>
          <p:nvPr/>
        </p:nvCxnSpPr>
        <p:spPr>
          <a:xfrm>
            <a:off x="2122488" y="4110038"/>
            <a:ext cx="4799013" cy="36513"/>
          </a:xfrm>
          <a:prstGeom prst="straightConnector1">
            <a:avLst/>
          </a:prstGeom>
          <a:solidFill>
            <a:srgbClr val="EE6351"/>
          </a:solidFill>
          <a:ln>
            <a:noFill/>
          </a:ln>
        </p:spPr>
      </p:cxnSp>
      <p:cxnSp>
        <p:nvCxnSpPr>
          <p:cNvPr id="247" name="Google Shape;247;p16"/>
          <p:cNvCxnSpPr/>
          <p:nvPr/>
        </p:nvCxnSpPr>
        <p:spPr>
          <a:xfrm>
            <a:off x="2093913" y="5627688"/>
            <a:ext cx="3194050" cy="1588"/>
          </a:xfrm>
          <a:prstGeom prst="straightConnector1">
            <a:avLst/>
          </a:prstGeom>
          <a:solidFill>
            <a:srgbClr val="EE6351"/>
          </a:solidFill>
          <a:ln>
            <a:noFill/>
          </a:ln>
        </p:spPr>
      </p:cxnSp>
      <p:sp>
        <p:nvSpPr>
          <p:cNvPr id="248" name="Google Shape;248;p16"/>
          <p:cNvSpPr txBox="1"/>
          <p:nvPr/>
        </p:nvSpPr>
        <p:spPr>
          <a:xfrm>
            <a:off x="739775" y="1127760"/>
            <a:ext cx="7629525" cy="5552440"/>
          </a:xfrm>
          <a:prstGeom prst="rect">
            <a:avLst/>
          </a:prstGeom>
          <a:noFill/>
          <a:ln>
            <a:noFill/>
          </a:ln>
        </p:spPr>
        <p:txBody>
          <a:bodyPr spcFirstLastPara="1" wrap="square" lIns="91425" tIns="45700" rIns="91425" bIns="45700" anchor="t" anchorCtr="0">
            <a:noAutofit/>
          </a:bodyPr>
          <a:lstStyle/>
          <a:p>
            <a:pPr marL="457200" marR="0" lvl="0" indent="-457200" algn="l" rtl="0">
              <a:lnSpc>
                <a:spcPct val="100000"/>
              </a:lnSpc>
              <a:spcBef>
                <a:spcPts val="0"/>
              </a:spcBef>
              <a:spcAft>
                <a:spcPts val="0"/>
              </a:spcAft>
              <a:buClr>
                <a:srgbClr val="DFBB64"/>
              </a:buClr>
              <a:buSzPts val="2800"/>
              <a:buFont typeface="Arial" panose="020B0604020202020204"/>
              <a:buChar char="•"/>
            </a:pPr>
            <a:r>
              <a:rPr lang="en-US" sz="2800" b="0" i="0" u="none" strike="noStrike" cap="none">
                <a:solidFill>
                  <a:srgbClr val="DFBB64"/>
                </a:solidFill>
                <a:latin typeface="Calibri" panose="020F0502020204030204"/>
                <a:ea typeface="Calibri" panose="020F0502020204030204"/>
                <a:cs typeface="Calibri" panose="020F0502020204030204"/>
                <a:sym typeface="Calibri" panose="020F0502020204030204"/>
              </a:rPr>
              <a:t>Dart does not have special syntax to declare INTERFACE</a:t>
            </a:r>
            <a:endParaRPr sz="2800" b="0" i="0" u="none" strike="noStrike" cap="none">
              <a:solidFill>
                <a:srgbClr val="DFBB64"/>
              </a:solidFill>
              <a:latin typeface="Calibri" panose="020F0502020204030204"/>
              <a:ea typeface="Calibri" panose="020F0502020204030204"/>
              <a:cs typeface="Calibri" panose="020F0502020204030204"/>
              <a:sym typeface="Calibri" panose="020F0502020204030204"/>
            </a:endParaRPr>
          </a:p>
          <a:p>
            <a:pPr marL="457200" marR="0" lvl="0" indent="-457200" algn="l" rtl="0">
              <a:lnSpc>
                <a:spcPct val="100000"/>
              </a:lnSpc>
              <a:spcBef>
                <a:spcPts val="0"/>
              </a:spcBef>
              <a:spcAft>
                <a:spcPts val="0"/>
              </a:spcAft>
              <a:buClr>
                <a:srgbClr val="DFBB64"/>
              </a:buClr>
              <a:buSzPts val="2800"/>
              <a:buFont typeface="Arial" panose="020B0604020202020204"/>
              <a:buChar char="•"/>
            </a:pPr>
            <a:r>
              <a:rPr lang="en-US" sz="2800" b="0" i="0" u="none" strike="noStrike" cap="none">
                <a:solidFill>
                  <a:srgbClr val="DFBB64"/>
                </a:solidFill>
                <a:latin typeface="Calibri" panose="020F0502020204030204"/>
                <a:ea typeface="Calibri" panose="020F0502020204030204"/>
                <a:cs typeface="Calibri" panose="020F0502020204030204"/>
                <a:sym typeface="Calibri" panose="020F0502020204030204"/>
              </a:rPr>
              <a:t>An INTERFACE in dart is Normal Class</a:t>
            </a:r>
            <a:endParaRPr sz="2800" b="0" i="0" u="none" strike="noStrike" cap="none">
              <a:solidFill>
                <a:srgbClr val="DFBB64"/>
              </a:solidFill>
              <a:latin typeface="Calibri" panose="020F0502020204030204"/>
              <a:ea typeface="Calibri" panose="020F0502020204030204"/>
              <a:cs typeface="Calibri" panose="020F0502020204030204"/>
              <a:sym typeface="Calibri" panose="020F0502020204030204"/>
            </a:endParaRPr>
          </a:p>
          <a:p>
            <a:pPr marL="457200" marR="0" lvl="0" indent="-457200" algn="l" rtl="0">
              <a:lnSpc>
                <a:spcPct val="100000"/>
              </a:lnSpc>
              <a:spcBef>
                <a:spcPts val="0"/>
              </a:spcBef>
              <a:spcAft>
                <a:spcPts val="0"/>
              </a:spcAft>
              <a:buClr>
                <a:srgbClr val="DFBB64"/>
              </a:buClr>
              <a:buSzPts val="2800"/>
              <a:buFont typeface="Arial" panose="020B0604020202020204"/>
              <a:buChar char="•"/>
            </a:pPr>
            <a:r>
              <a:rPr lang="en-US" sz="2800" b="0" i="0" u="none" strike="noStrike" cap="none">
                <a:solidFill>
                  <a:srgbClr val="DFBB64"/>
                </a:solidFill>
                <a:latin typeface="Calibri" panose="020F0502020204030204"/>
                <a:ea typeface="Calibri" panose="020F0502020204030204"/>
                <a:cs typeface="Calibri" panose="020F0502020204030204"/>
                <a:sym typeface="Calibri" panose="020F0502020204030204"/>
              </a:rPr>
              <a:t>An INTERFACE is used when you need concrete implementation of all its function within the subclass, it is mandatory to override all methods in implementing class.</a:t>
            </a:r>
            <a:endParaRPr sz="2800" b="0" i="0" u="none" strike="noStrike" cap="none">
              <a:solidFill>
                <a:srgbClr val="DFBB64"/>
              </a:solidFill>
              <a:latin typeface="Calibri" panose="020F0502020204030204"/>
              <a:ea typeface="Calibri" panose="020F0502020204030204"/>
              <a:cs typeface="Calibri" panose="020F0502020204030204"/>
              <a:sym typeface="Calibri" panose="020F0502020204030204"/>
            </a:endParaRPr>
          </a:p>
          <a:p>
            <a:pPr marL="457200" marR="0" lvl="0" indent="-457200" algn="l" rtl="0">
              <a:lnSpc>
                <a:spcPct val="100000"/>
              </a:lnSpc>
              <a:spcBef>
                <a:spcPts val="0"/>
              </a:spcBef>
              <a:spcAft>
                <a:spcPts val="0"/>
              </a:spcAft>
              <a:buClr>
                <a:srgbClr val="DFBB64"/>
              </a:buClr>
              <a:buSzPts val="2800"/>
              <a:buFont typeface="Arial" panose="020B0604020202020204"/>
              <a:buChar char="•"/>
            </a:pPr>
            <a:r>
              <a:rPr lang="en-US" sz="2800" b="0" i="0" u="none" strike="noStrike" cap="none">
                <a:solidFill>
                  <a:srgbClr val="DFBB64"/>
                </a:solidFill>
                <a:latin typeface="Calibri" panose="020F0502020204030204"/>
                <a:ea typeface="Calibri" panose="020F0502020204030204"/>
                <a:cs typeface="Calibri" panose="020F0502020204030204"/>
                <a:sym typeface="Calibri" panose="020F0502020204030204"/>
              </a:rPr>
              <a:t>You can implement multiple classes but you cannot extend multiple classes during inheritance.</a:t>
            </a:r>
            <a:endParaRPr sz="2800" b="0" i="0" u="none" strike="noStrike" cap="none">
              <a:solidFill>
                <a:srgbClr val="DFBB64"/>
              </a:solidFill>
              <a:latin typeface="Calibri" panose="020F0502020204030204"/>
              <a:ea typeface="Calibri" panose="020F0502020204030204"/>
              <a:cs typeface="Calibri" panose="020F0502020204030204"/>
              <a:sym typeface="Calibri" panose="020F0502020204030204"/>
            </a:endParaRPr>
          </a:p>
          <a:p>
            <a:pPr marL="0" marR="0" lvl="0" indent="0" algn="l" rtl="0">
              <a:lnSpc>
                <a:spcPct val="100000"/>
              </a:lnSpc>
              <a:spcBef>
                <a:spcPts val="0"/>
              </a:spcBef>
              <a:spcAft>
                <a:spcPts val="0"/>
              </a:spcAft>
              <a:buClr>
                <a:schemeClr val="dk1"/>
              </a:buClr>
              <a:buSzPts val="2800"/>
              <a:buFont typeface="Arial" panose="020B0604020202020204"/>
              <a:buNone/>
            </a:pPr>
            <a:endParaRPr sz="2800" b="0" i="0" u="none" strike="noStrike" cap="none">
              <a:solidFill>
                <a:srgbClr val="DFBB64"/>
              </a:solidFill>
              <a:latin typeface="Calibri" panose="020F0502020204030204"/>
              <a:ea typeface="Calibri" panose="020F0502020204030204"/>
              <a:cs typeface="Calibri" panose="020F0502020204030204"/>
              <a:sym typeface="Calibri" panose="020F0502020204030204"/>
            </a:endParaRPr>
          </a:p>
          <a:p>
            <a:pPr marL="0" marR="0" lvl="0" indent="0" algn="l" rtl="0">
              <a:lnSpc>
                <a:spcPct val="100000"/>
              </a:lnSpc>
              <a:spcBef>
                <a:spcPts val="0"/>
              </a:spcBef>
              <a:spcAft>
                <a:spcPts val="0"/>
              </a:spcAft>
              <a:buClr>
                <a:srgbClr val="DFBB64"/>
              </a:buClr>
              <a:buSzPts val="2400"/>
              <a:buFont typeface="Arial" panose="020B0604020202020204"/>
              <a:buNone/>
            </a:pPr>
            <a:r>
              <a:rPr lang="en-US" sz="2400" b="0" i="0" u="none" strike="noStrike" cap="none">
                <a:solidFill>
                  <a:srgbClr val="DFBB64"/>
                </a:solidFill>
                <a:latin typeface="Calibri" panose="020F0502020204030204"/>
                <a:ea typeface="Calibri" panose="020F0502020204030204"/>
                <a:cs typeface="Calibri" panose="020F0502020204030204"/>
                <a:sym typeface="Calibri" panose="020F0502020204030204"/>
              </a:rPr>
              <a:t>(Interface importance comes in flutter when we go to cross platforms)</a:t>
            </a:r>
            <a:endParaRPr sz="2400" b="0" i="0" u="none" strike="noStrike" cap="none">
              <a:solidFill>
                <a:srgbClr val="DFBB64"/>
              </a:solidFill>
              <a:latin typeface="Calibri" panose="020F0502020204030204"/>
              <a:ea typeface="Calibri" panose="020F0502020204030204"/>
              <a:cs typeface="Calibri" panose="020F0502020204030204"/>
              <a:sym typeface="Calibri" panose="020F0502020204030204"/>
            </a:endParaRPr>
          </a:p>
        </p:txBody>
      </p:sp>
      <p:sp>
        <p:nvSpPr>
          <p:cNvPr id="249" name="Google Shape;249;p16"/>
          <p:cNvSpPr/>
          <p:nvPr/>
        </p:nvSpPr>
        <p:spPr>
          <a:xfrm>
            <a:off x="1009650" y="418465"/>
            <a:ext cx="6923405" cy="975995"/>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lt1"/>
              </a:buClr>
              <a:buSzPts val="4000"/>
              <a:buFont typeface="Arial" panose="020B0604020202020204"/>
              <a:buNone/>
            </a:pPr>
            <a:r>
              <a:rPr lang="en-US" sz="4000" b="0" i="0" u="none" strike="noStrike" cap="none">
                <a:solidFill>
                  <a:schemeClr val="lt1"/>
                </a:solidFill>
                <a:latin typeface="Arial" panose="020B0604020202020204"/>
                <a:ea typeface="Arial" panose="020B0604020202020204"/>
                <a:cs typeface="Arial" panose="020B0604020202020204"/>
                <a:sym typeface="Arial" panose="020B0604020202020204"/>
              </a:rPr>
              <a:t>Interface</a:t>
            </a:r>
            <a:endParaRPr sz="4000" b="0" i="0" u="none" strike="noStrike" cap="none">
              <a:solidFill>
                <a:schemeClr val="lt1"/>
              </a:solidFill>
              <a:latin typeface="Arial" panose="020B0604020202020204"/>
              <a:ea typeface="Arial" panose="020B0604020202020204"/>
              <a:cs typeface="Arial" panose="020B0604020202020204"/>
              <a:sym typeface="Arial" panose="020B0604020202020204"/>
            </a:endParaRPr>
          </a:p>
        </p:txBody>
      </p:sp>
      <p:sp>
        <p:nvSpPr>
          <p:cNvPr id="250" name="Google Shape;250;p16"/>
          <p:cNvSpPr/>
          <p:nvPr/>
        </p:nvSpPr>
        <p:spPr>
          <a:xfrm rot="4705673">
            <a:off x="673100" y="723900"/>
            <a:ext cx="223838" cy="223838"/>
          </a:xfrm>
          <a:prstGeom prst="rtTriangl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panose="020F0502020204030204"/>
              <a:buNone/>
            </a:pPr>
            <a:endParaRPr sz="1800" b="0" i="0" u="none" strike="noStrike" cap="none">
              <a:solidFill>
                <a:schemeClr val="lt1"/>
              </a:solidFill>
              <a:latin typeface="Calibri" panose="020F0502020204030204"/>
              <a:ea typeface="Calibri" panose="020F0502020204030204"/>
              <a:cs typeface="Calibri" panose="020F0502020204030204"/>
              <a:sym typeface="Calibri" panose="020F0502020204030204"/>
            </a:endParaRPr>
          </a:p>
        </p:txBody>
      </p:sp>
      <p:sp>
        <p:nvSpPr>
          <p:cNvPr id="251" name="Google Shape;251;p16"/>
          <p:cNvSpPr/>
          <p:nvPr/>
        </p:nvSpPr>
        <p:spPr>
          <a:xfrm rot="-10558151">
            <a:off x="693738" y="677863"/>
            <a:ext cx="182563" cy="182563"/>
          </a:xfrm>
          <a:prstGeom prst="rtTriangle">
            <a:avLst/>
          </a:prstGeom>
          <a:solidFill>
            <a:schemeClr val="lt1">
              <a:alpha val="40000"/>
            </a:schemeClr>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panose="020F0502020204030204"/>
              <a:buNone/>
            </a:pPr>
            <a:endParaRPr sz="1800" b="0" i="0" u="none" strike="noStrike" cap="none">
              <a:solidFill>
                <a:schemeClr val="lt1"/>
              </a:solidFill>
              <a:latin typeface="Calibri" panose="020F0502020204030204"/>
              <a:ea typeface="Calibri" panose="020F0502020204030204"/>
              <a:cs typeface="Calibri" panose="020F0502020204030204"/>
              <a:sym typeface="Calibri" panose="020F0502020204030204"/>
            </a:endParaRPr>
          </a:p>
        </p:txBody>
      </p:sp>
      <p:pic>
        <p:nvPicPr>
          <p:cNvPr id="253" name="Google Shape;253;p16" descr="Aitrich Logo_Artboard 4"/>
          <p:cNvPicPr preferRelativeResize="0"/>
          <p:nvPr/>
        </p:nvPicPr>
        <p:blipFill rotWithShape="1">
          <a:blip r:embed="rId3"/>
          <a:srcRect/>
          <a:stretch>
            <a:fillRect/>
          </a:stretch>
        </p:blipFill>
        <p:spPr>
          <a:xfrm>
            <a:off x="74295" y="-90170"/>
            <a:ext cx="1275715" cy="956945"/>
          </a:xfrm>
          <a:prstGeom prst="rect">
            <a:avLst/>
          </a:prstGeom>
          <a:noFill/>
          <a:ln>
            <a:noFill/>
          </a:ln>
        </p:spPr>
      </p:pic>
      <p:pic>
        <p:nvPicPr>
          <p:cNvPr id="2" name="Picture 1" descr="interface"/>
          <p:cNvPicPr>
            <a:picLocks noChangeAspect="1"/>
          </p:cNvPicPr>
          <p:nvPr/>
        </p:nvPicPr>
        <p:blipFill>
          <a:blip r:embed="rId4"/>
          <a:srcRect r="3333"/>
          <a:stretch>
            <a:fillRect/>
          </a:stretch>
        </p:blipFill>
        <p:spPr>
          <a:xfrm>
            <a:off x="8555990" y="781050"/>
            <a:ext cx="3195320" cy="5671820"/>
          </a:xfrm>
          <a:prstGeom prst="rect">
            <a:avLst/>
          </a:prstGeom>
        </p:spPr>
      </p:pic>
    </p:spTree>
  </p:cSld>
  <p:clrMapOvr>
    <a:masterClrMapping/>
  </p:clrMapOvr>
  <mc:AlternateContent xmlns:mc="http://schemas.openxmlformats.org/markup-compatibility/2006" xmlns:p14="http://schemas.microsoft.com/office/powerpoint/2010/main">
    <mc:Choice Requires="p14">
      <p:transition spd="slow" p14:dur="1500">
        <p:split orient="vert" dir="in"/>
      </p:transition>
    </mc:Choice>
    <mc:Fallback xmlns="">
      <p:transition spd="slow">
        <p:split orient="vert" dir="in"/>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9"/>
                                        </p:tgtEl>
                                        <p:attrNameLst>
                                          <p:attrName>style.visibility</p:attrName>
                                        </p:attrNameLst>
                                      </p:cBhvr>
                                      <p:to>
                                        <p:strVal val="visible"/>
                                      </p:to>
                                    </p:set>
                                    <p:animEffect transition="in" filter="fade">
                                      <p:cBhvr>
                                        <p:cTn id="7" dur="1000"/>
                                        <p:tgtEl>
                                          <p:spTgt spid="24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8"/>
                                        </p:tgtEl>
                                        <p:attrNameLst>
                                          <p:attrName>style.visibility</p:attrName>
                                        </p:attrNameLst>
                                      </p:cBhvr>
                                      <p:to>
                                        <p:strVal val="visible"/>
                                      </p:to>
                                    </p:set>
                                    <p:animEffect transition="in" filter="fade">
                                      <p:cBhvr>
                                        <p:cTn id="12" dur="1000"/>
                                        <p:tgtEl>
                                          <p:spTgt spid="24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57"/>
        <p:cNvGrpSpPr/>
        <p:nvPr/>
      </p:nvGrpSpPr>
      <p:grpSpPr>
        <a:xfrm>
          <a:off x="0" y="0"/>
          <a:ext cx="0" cy="0"/>
          <a:chOff x="0" y="0"/>
          <a:chExt cx="0" cy="0"/>
        </a:xfrm>
      </p:grpSpPr>
      <p:sp>
        <p:nvSpPr>
          <p:cNvPr id="258" name="Google Shape;258;p17"/>
          <p:cNvSpPr/>
          <p:nvPr/>
        </p:nvSpPr>
        <p:spPr>
          <a:xfrm>
            <a:off x="0" y="0"/>
            <a:ext cx="12192000" cy="6858000"/>
          </a:xfrm>
          <a:prstGeom prst="rect">
            <a:avLst/>
          </a:prstGeom>
          <a:solidFill>
            <a:srgbClr val="383838"/>
          </a:solidFill>
          <a:ln w="12700" cap="flat" cmpd="sng">
            <a:solidFill>
              <a:srgbClr val="42719B"/>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panose="020F0502020204030204"/>
              <a:buNone/>
            </a:pPr>
            <a:endParaRPr sz="1800" b="0" i="0" u="none" strike="noStrike" cap="none">
              <a:solidFill>
                <a:schemeClr val="lt1"/>
              </a:solidFill>
              <a:latin typeface="Calibri" panose="020F0502020204030204"/>
              <a:ea typeface="Calibri" panose="020F0502020204030204"/>
              <a:cs typeface="Calibri" panose="020F0502020204030204"/>
              <a:sym typeface="Calibri" panose="020F0502020204030204"/>
            </a:endParaRPr>
          </a:p>
        </p:txBody>
      </p:sp>
      <p:cxnSp>
        <p:nvCxnSpPr>
          <p:cNvPr id="259" name="Google Shape;259;p17"/>
          <p:cNvCxnSpPr/>
          <p:nvPr/>
        </p:nvCxnSpPr>
        <p:spPr>
          <a:xfrm>
            <a:off x="2122488" y="2667000"/>
            <a:ext cx="6432550" cy="26988"/>
          </a:xfrm>
          <a:prstGeom prst="straightConnector1">
            <a:avLst/>
          </a:prstGeom>
          <a:solidFill>
            <a:srgbClr val="EE6351"/>
          </a:solidFill>
          <a:ln>
            <a:noFill/>
          </a:ln>
        </p:spPr>
      </p:cxnSp>
      <p:cxnSp>
        <p:nvCxnSpPr>
          <p:cNvPr id="260" name="Google Shape;260;p17"/>
          <p:cNvCxnSpPr/>
          <p:nvPr/>
        </p:nvCxnSpPr>
        <p:spPr>
          <a:xfrm>
            <a:off x="2122488" y="4110038"/>
            <a:ext cx="4799013" cy="36513"/>
          </a:xfrm>
          <a:prstGeom prst="straightConnector1">
            <a:avLst/>
          </a:prstGeom>
          <a:solidFill>
            <a:srgbClr val="EE6351"/>
          </a:solidFill>
          <a:ln>
            <a:noFill/>
          </a:ln>
        </p:spPr>
      </p:cxnSp>
      <p:cxnSp>
        <p:nvCxnSpPr>
          <p:cNvPr id="261" name="Google Shape;261;p17"/>
          <p:cNvCxnSpPr/>
          <p:nvPr/>
        </p:nvCxnSpPr>
        <p:spPr>
          <a:xfrm>
            <a:off x="2093913" y="5627688"/>
            <a:ext cx="3194050" cy="1588"/>
          </a:xfrm>
          <a:prstGeom prst="straightConnector1">
            <a:avLst/>
          </a:prstGeom>
          <a:solidFill>
            <a:srgbClr val="EE6351"/>
          </a:solidFill>
          <a:ln>
            <a:noFill/>
          </a:ln>
        </p:spPr>
      </p:cxnSp>
      <p:sp>
        <p:nvSpPr>
          <p:cNvPr id="262" name="Google Shape;262;p17"/>
          <p:cNvSpPr/>
          <p:nvPr/>
        </p:nvSpPr>
        <p:spPr>
          <a:xfrm>
            <a:off x="4794250" y="1790700"/>
            <a:ext cx="919163" cy="919163"/>
          </a:xfrm>
          <a:prstGeom prst="ellipse">
            <a:avLst/>
          </a:prstGeom>
          <a:solidFill>
            <a:srgbClr val="DFBB64">
              <a:alpha val="80000"/>
            </a:srgbClr>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FFFFFF"/>
              </a:buClr>
              <a:buSzPts val="2800"/>
              <a:buFont typeface="Calibri" panose="020F0502020204030204"/>
              <a:buNone/>
            </a:pPr>
            <a:r>
              <a:rPr lang="en-US" sz="2800" b="1" i="0" u="none" strike="noStrike" cap="none">
                <a:solidFill>
                  <a:srgbClr val="FFFFFF"/>
                </a:solidFill>
                <a:latin typeface="Calibri" panose="020F0502020204030204"/>
                <a:ea typeface="Calibri" panose="020F0502020204030204"/>
                <a:cs typeface="Calibri" panose="020F0502020204030204"/>
                <a:sym typeface="Calibri" panose="020F0502020204030204"/>
              </a:rPr>
              <a:t>A</a:t>
            </a:r>
            <a:endParaRPr sz="2800" b="1" i="0" u="none" strike="noStrike" cap="none">
              <a:solidFill>
                <a:srgbClr val="FFFFFF"/>
              </a:solidFill>
              <a:latin typeface="Calibri" panose="020F0502020204030204"/>
              <a:ea typeface="Calibri" panose="020F0502020204030204"/>
              <a:cs typeface="Calibri" panose="020F0502020204030204"/>
              <a:sym typeface="Calibri" panose="020F0502020204030204"/>
            </a:endParaRPr>
          </a:p>
        </p:txBody>
      </p:sp>
      <p:sp>
        <p:nvSpPr>
          <p:cNvPr id="263" name="Google Shape;263;p17"/>
          <p:cNvSpPr/>
          <p:nvPr/>
        </p:nvSpPr>
        <p:spPr>
          <a:xfrm>
            <a:off x="5713413" y="3448050"/>
            <a:ext cx="919163" cy="919163"/>
          </a:xfrm>
          <a:prstGeom prst="ellipse">
            <a:avLst/>
          </a:prstGeom>
          <a:solidFill>
            <a:srgbClr val="DFBB64">
              <a:alpha val="80000"/>
            </a:srgbClr>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2800"/>
              <a:buFont typeface="Calibri" panose="020F0502020204030204"/>
              <a:buNone/>
            </a:pPr>
            <a:r>
              <a:rPr lang="en-US" sz="2800" b="1" i="0" u="none" strike="noStrike" cap="none">
                <a:solidFill>
                  <a:schemeClr val="lt1"/>
                </a:solidFill>
                <a:latin typeface="Calibri" panose="020F0502020204030204"/>
                <a:ea typeface="Calibri" panose="020F0502020204030204"/>
                <a:cs typeface="Calibri" panose="020F0502020204030204"/>
                <a:sym typeface="Calibri" panose="020F0502020204030204"/>
              </a:rPr>
              <a:t>B</a:t>
            </a:r>
            <a:endParaRPr sz="2800" b="1" i="0" u="none" strike="noStrike" cap="none">
              <a:solidFill>
                <a:schemeClr val="lt1"/>
              </a:solidFill>
              <a:latin typeface="Calibri" panose="020F0502020204030204"/>
              <a:ea typeface="Calibri" panose="020F0502020204030204"/>
              <a:cs typeface="Calibri" panose="020F0502020204030204"/>
              <a:sym typeface="Calibri" panose="020F0502020204030204"/>
            </a:endParaRPr>
          </a:p>
        </p:txBody>
      </p:sp>
      <p:sp>
        <p:nvSpPr>
          <p:cNvPr id="264" name="Google Shape;264;p17"/>
          <p:cNvSpPr/>
          <p:nvPr/>
        </p:nvSpPr>
        <p:spPr>
          <a:xfrm>
            <a:off x="4794250" y="5105400"/>
            <a:ext cx="919163" cy="917575"/>
          </a:xfrm>
          <a:prstGeom prst="ellipse">
            <a:avLst/>
          </a:prstGeom>
          <a:solidFill>
            <a:srgbClr val="DFBB64">
              <a:alpha val="80000"/>
            </a:srgbClr>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FFFFFF"/>
              </a:buClr>
              <a:buSzPts val="2800"/>
              <a:buFont typeface="Calibri" panose="020F0502020204030204"/>
              <a:buNone/>
            </a:pPr>
            <a:r>
              <a:rPr lang="en-US" sz="2800" b="1" i="0" u="none" strike="noStrike" cap="none">
                <a:solidFill>
                  <a:srgbClr val="FFFFFF"/>
                </a:solidFill>
                <a:latin typeface="Calibri" panose="020F0502020204030204"/>
                <a:ea typeface="Calibri" panose="020F0502020204030204"/>
                <a:cs typeface="Calibri" panose="020F0502020204030204"/>
                <a:sym typeface="Calibri" panose="020F0502020204030204"/>
              </a:rPr>
              <a:t>C</a:t>
            </a:r>
            <a:endParaRPr sz="2800" b="1" i="0" u="none" strike="noStrike" cap="none">
              <a:solidFill>
                <a:srgbClr val="FFFFFF"/>
              </a:solidFill>
              <a:latin typeface="Calibri" panose="020F0502020204030204"/>
              <a:ea typeface="Calibri" panose="020F0502020204030204"/>
              <a:cs typeface="Calibri" panose="020F0502020204030204"/>
              <a:sym typeface="Calibri" panose="020F0502020204030204"/>
            </a:endParaRPr>
          </a:p>
        </p:txBody>
      </p:sp>
      <p:cxnSp>
        <p:nvCxnSpPr>
          <p:cNvPr id="265" name="Google Shape;265;p17"/>
          <p:cNvCxnSpPr/>
          <p:nvPr/>
        </p:nvCxnSpPr>
        <p:spPr>
          <a:xfrm rot="10800000" flipH="1">
            <a:off x="3810000" y="2527300"/>
            <a:ext cx="812800" cy="482600"/>
          </a:xfrm>
          <a:prstGeom prst="straightConnector1">
            <a:avLst/>
          </a:prstGeom>
          <a:noFill/>
          <a:ln w="28575" cap="flat" cmpd="sng">
            <a:solidFill>
              <a:srgbClr val="DFBB64">
                <a:alpha val="49803"/>
              </a:srgbClr>
            </a:solidFill>
            <a:prstDash val="solid"/>
            <a:miter lim="800000"/>
            <a:headEnd type="none" w="sm" len="sm"/>
            <a:tailEnd type="none" w="sm" len="sm"/>
          </a:ln>
        </p:spPr>
      </p:cxnSp>
      <p:cxnSp>
        <p:nvCxnSpPr>
          <p:cNvPr id="266" name="Google Shape;266;p17"/>
          <p:cNvCxnSpPr/>
          <p:nvPr/>
        </p:nvCxnSpPr>
        <p:spPr>
          <a:xfrm>
            <a:off x="4044950" y="3906838"/>
            <a:ext cx="1460500" cy="0"/>
          </a:xfrm>
          <a:prstGeom prst="straightConnector1">
            <a:avLst/>
          </a:prstGeom>
          <a:noFill/>
          <a:ln w="28575" cap="flat" cmpd="sng">
            <a:solidFill>
              <a:srgbClr val="DFBB64">
                <a:alpha val="49803"/>
              </a:srgbClr>
            </a:solidFill>
            <a:prstDash val="solid"/>
            <a:miter lim="800000"/>
            <a:headEnd type="none" w="sm" len="sm"/>
            <a:tailEnd type="none" w="sm" len="sm"/>
          </a:ln>
        </p:spPr>
      </p:cxnSp>
      <p:cxnSp>
        <p:nvCxnSpPr>
          <p:cNvPr id="267" name="Google Shape;267;p17"/>
          <p:cNvCxnSpPr/>
          <p:nvPr/>
        </p:nvCxnSpPr>
        <p:spPr>
          <a:xfrm>
            <a:off x="3810000" y="4805363"/>
            <a:ext cx="812800" cy="482600"/>
          </a:xfrm>
          <a:prstGeom prst="straightConnector1">
            <a:avLst/>
          </a:prstGeom>
          <a:noFill/>
          <a:ln w="28575" cap="flat" cmpd="sng">
            <a:solidFill>
              <a:srgbClr val="DFBB64">
                <a:alpha val="49803"/>
              </a:srgbClr>
            </a:solidFill>
            <a:prstDash val="solid"/>
            <a:miter lim="800000"/>
            <a:headEnd type="none" w="sm" len="sm"/>
            <a:tailEnd type="none" w="sm" len="sm"/>
          </a:ln>
        </p:spPr>
      </p:cxnSp>
      <p:sp>
        <p:nvSpPr>
          <p:cNvPr id="268" name="Google Shape;268;p17"/>
          <p:cNvSpPr txBox="1"/>
          <p:nvPr/>
        </p:nvSpPr>
        <p:spPr>
          <a:xfrm>
            <a:off x="6007735" y="1795145"/>
            <a:ext cx="5854700" cy="829945"/>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DFBB64"/>
              </a:buClr>
              <a:buSzPts val="2400"/>
              <a:buFont typeface="Calibri" panose="020F0502020204030204"/>
              <a:buNone/>
            </a:pPr>
            <a:r>
              <a:rPr lang="en-US" sz="2400" b="0" i="0" u="none" strike="noStrike" cap="none">
                <a:solidFill>
                  <a:srgbClr val="DFBB64"/>
                </a:solidFill>
                <a:latin typeface="Calibri" panose="020F0502020204030204"/>
                <a:ea typeface="Calibri" panose="020F0502020204030204"/>
                <a:cs typeface="Calibri" panose="020F0502020204030204"/>
                <a:sym typeface="Calibri" panose="020F0502020204030204"/>
              </a:rPr>
              <a:t>Write clean, readable, and maintainable Dart code by following best practices.</a:t>
            </a:r>
            <a:endParaRPr sz="2400" b="0" i="0" u="none" strike="noStrike" cap="none">
              <a:solidFill>
                <a:srgbClr val="DFBB64"/>
              </a:solidFill>
              <a:latin typeface="Calibri" panose="020F0502020204030204"/>
              <a:ea typeface="Calibri" panose="020F0502020204030204"/>
              <a:cs typeface="Calibri" panose="020F0502020204030204"/>
              <a:sym typeface="Calibri" panose="020F0502020204030204"/>
            </a:endParaRPr>
          </a:p>
        </p:txBody>
      </p:sp>
      <p:sp>
        <p:nvSpPr>
          <p:cNvPr id="269" name="Google Shape;269;p17"/>
          <p:cNvSpPr txBox="1"/>
          <p:nvPr/>
        </p:nvSpPr>
        <p:spPr>
          <a:xfrm>
            <a:off x="6804025" y="3448050"/>
            <a:ext cx="5177155" cy="829945"/>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DFBB64"/>
              </a:buClr>
              <a:buSzPts val="2400"/>
              <a:buFont typeface="Calibri" panose="020F0502020204030204"/>
              <a:buNone/>
            </a:pPr>
            <a:r>
              <a:rPr lang="en-US" sz="2400" b="0" i="0" u="none" strike="noStrike" cap="none">
                <a:solidFill>
                  <a:srgbClr val="DFBB64"/>
                </a:solidFill>
                <a:latin typeface="Calibri" panose="020F0502020204030204"/>
                <a:ea typeface="Calibri" panose="020F0502020204030204"/>
                <a:cs typeface="Calibri" panose="020F0502020204030204"/>
                <a:sym typeface="Calibri" panose="020F0502020204030204"/>
              </a:rPr>
              <a:t>Employing effective naming conventions, code formatting, and documentation</a:t>
            </a:r>
            <a:endParaRPr sz="2400" b="0" i="0" u="none" strike="noStrike" cap="none">
              <a:solidFill>
                <a:srgbClr val="DFBB64"/>
              </a:solidFill>
              <a:latin typeface="Calibri" panose="020F0502020204030204"/>
              <a:ea typeface="Calibri" panose="020F0502020204030204"/>
              <a:cs typeface="Calibri" panose="020F0502020204030204"/>
              <a:sym typeface="Calibri" panose="020F0502020204030204"/>
            </a:endParaRPr>
          </a:p>
        </p:txBody>
      </p:sp>
      <p:sp>
        <p:nvSpPr>
          <p:cNvPr id="270" name="Google Shape;270;p17"/>
          <p:cNvSpPr/>
          <p:nvPr/>
        </p:nvSpPr>
        <p:spPr>
          <a:xfrm>
            <a:off x="916940" y="417830"/>
            <a:ext cx="11064240" cy="1212215"/>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lt1"/>
              </a:buClr>
              <a:buSzPts val="4000"/>
              <a:buFont typeface="Arial" panose="020B0604020202020204"/>
              <a:buNone/>
            </a:pPr>
            <a:r>
              <a:rPr lang="en-US" sz="4000" b="0" i="0" u="none" strike="noStrike" cap="none">
                <a:solidFill>
                  <a:schemeClr val="lt1"/>
                </a:solidFill>
                <a:latin typeface="Arial" panose="020B0604020202020204"/>
                <a:ea typeface="Arial" panose="020B0604020202020204"/>
                <a:cs typeface="Arial" panose="020B0604020202020204"/>
                <a:sym typeface="Arial" panose="020B0604020202020204"/>
              </a:rPr>
              <a:t>Effective Dart: Writing Clean and Maintainable Code</a:t>
            </a:r>
            <a:endParaRPr sz="4000" b="0" i="0" u="none" strike="noStrike" cap="none">
              <a:solidFill>
                <a:schemeClr val="lt1"/>
              </a:solidFill>
              <a:latin typeface="Arial" panose="020B0604020202020204"/>
              <a:ea typeface="Arial" panose="020B0604020202020204"/>
              <a:cs typeface="Arial" panose="020B0604020202020204"/>
              <a:sym typeface="Arial" panose="020B0604020202020204"/>
            </a:endParaRPr>
          </a:p>
        </p:txBody>
      </p:sp>
      <p:sp>
        <p:nvSpPr>
          <p:cNvPr id="271" name="Google Shape;271;p17"/>
          <p:cNvSpPr/>
          <p:nvPr/>
        </p:nvSpPr>
        <p:spPr>
          <a:xfrm rot="4705673">
            <a:off x="673100" y="723900"/>
            <a:ext cx="223838" cy="223838"/>
          </a:xfrm>
          <a:prstGeom prst="rtTriangl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panose="020F0502020204030204"/>
              <a:buNone/>
            </a:pPr>
            <a:endParaRPr sz="1800" b="0" i="0" u="none" strike="noStrike" cap="none">
              <a:solidFill>
                <a:schemeClr val="lt1"/>
              </a:solidFill>
              <a:latin typeface="Calibri" panose="020F0502020204030204"/>
              <a:ea typeface="Calibri" panose="020F0502020204030204"/>
              <a:cs typeface="Calibri" panose="020F0502020204030204"/>
              <a:sym typeface="Calibri" panose="020F0502020204030204"/>
            </a:endParaRPr>
          </a:p>
        </p:txBody>
      </p:sp>
      <p:sp>
        <p:nvSpPr>
          <p:cNvPr id="272" name="Google Shape;272;p17"/>
          <p:cNvSpPr/>
          <p:nvPr/>
        </p:nvSpPr>
        <p:spPr>
          <a:xfrm rot="-10558151">
            <a:off x="693738" y="677863"/>
            <a:ext cx="182563" cy="182563"/>
          </a:xfrm>
          <a:prstGeom prst="rtTriangle">
            <a:avLst/>
          </a:prstGeom>
          <a:solidFill>
            <a:schemeClr val="lt1">
              <a:alpha val="40000"/>
            </a:schemeClr>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panose="020F0502020204030204"/>
              <a:buNone/>
            </a:pPr>
            <a:endParaRPr sz="1800" b="0" i="0" u="none" strike="noStrike" cap="none">
              <a:solidFill>
                <a:schemeClr val="lt1"/>
              </a:solidFill>
              <a:latin typeface="Calibri" panose="020F0502020204030204"/>
              <a:ea typeface="Calibri" panose="020F0502020204030204"/>
              <a:cs typeface="Calibri" panose="020F0502020204030204"/>
              <a:sym typeface="Calibri" panose="020F0502020204030204"/>
            </a:endParaRPr>
          </a:p>
        </p:txBody>
      </p:sp>
      <p:pic>
        <p:nvPicPr>
          <p:cNvPr id="273" name="Google Shape;273;p17" descr="Dart_logo"/>
          <p:cNvPicPr preferRelativeResize="0"/>
          <p:nvPr/>
        </p:nvPicPr>
        <p:blipFill rotWithShape="1">
          <a:blip r:embed="rId3"/>
          <a:srcRect/>
          <a:stretch>
            <a:fillRect/>
          </a:stretch>
        </p:blipFill>
        <p:spPr>
          <a:xfrm>
            <a:off x="916940" y="3014345"/>
            <a:ext cx="1791335" cy="1791335"/>
          </a:xfrm>
          <a:prstGeom prst="rect">
            <a:avLst/>
          </a:prstGeom>
          <a:noFill/>
          <a:ln>
            <a:noFill/>
          </a:ln>
        </p:spPr>
      </p:pic>
      <p:sp>
        <p:nvSpPr>
          <p:cNvPr id="274" name="Google Shape;274;p17"/>
          <p:cNvSpPr txBox="1"/>
          <p:nvPr/>
        </p:nvSpPr>
        <p:spPr>
          <a:xfrm>
            <a:off x="5944235" y="5190490"/>
            <a:ext cx="6106795" cy="829945"/>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DFBB64"/>
              </a:buClr>
              <a:buSzPts val="2400"/>
              <a:buFont typeface="Calibri" panose="020F0502020204030204"/>
              <a:buNone/>
            </a:pPr>
            <a:r>
              <a:rPr lang="en-US" sz="2400" b="0" i="0" u="none" strike="noStrike" cap="none">
                <a:solidFill>
                  <a:srgbClr val="DFBB64"/>
                </a:solidFill>
                <a:latin typeface="Calibri" panose="020F0502020204030204"/>
                <a:ea typeface="Calibri" panose="020F0502020204030204"/>
                <a:cs typeface="Calibri" panose="020F0502020204030204"/>
                <a:sym typeface="Calibri" panose="020F0502020204030204"/>
              </a:rPr>
              <a:t>Utilizing code review processes to refine code quality and consistency</a:t>
            </a:r>
            <a:endParaRPr sz="2400" b="0" i="0" u="none" strike="noStrike" cap="none">
              <a:solidFill>
                <a:srgbClr val="DFBB64"/>
              </a:solidFill>
              <a:latin typeface="Calibri" panose="020F0502020204030204"/>
              <a:ea typeface="Calibri" panose="020F0502020204030204"/>
              <a:cs typeface="Calibri" panose="020F0502020204030204"/>
              <a:sym typeface="Calibri" panose="020F0502020204030204"/>
            </a:endParaRPr>
          </a:p>
        </p:txBody>
      </p:sp>
      <p:pic>
        <p:nvPicPr>
          <p:cNvPr id="275" name="Google Shape;275;p17" descr="Aitrich Logo_Artboard 4"/>
          <p:cNvPicPr preferRelativeResize="0"/>
          <p:nvPr/>
        </p:nvPicPr>
        <p:blipFill rotWithShape="1">
          <a:blip r:embed="rId4"/>
          <a:srcRect/>
          <a:stretch>
            <a:fillRect/>
          </a:stretch>
        </p:blipFill>
        <p:spPr>
          <a:xfrm>
            <a:off x="74295" y="-90170"/>
            <a:ext cx="1275715" cy="956945"/>
          </a:xfrm>
          <a:prstGeom prst="rect">
            <a:avLst/>
          </a:prstGeom>
          <a:noFill/>
          <a:ln>
            <a:noFill/>
          </a:ln>
        </p:spPr>
      </p:pic>
    </p:spTree>
  </p:cSld>
  <p:clrMapOvr>
    <a:masterClrMapping/>
  </p:clrMapOvr>
  <mc:AlternateContent xmlns:mc="http://schemas.openxmlformats.org/markup-compatibility/2006" xmlns:p14="http://schemas.microsoft.com/office/powerpoint/2010/main">
    <mc:Choice Requires="p14">
      <p:transition spd="slow" p14:dur="1500">
        <p:split orient="vert" dir="in"/>
      </p:transition>
    </mc:Choice>
    <mc:Fallback xmlns="">
      <p:transition spd="slow">
        <p:split orient="vert" dir="in"/>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70"/>
                                        </p:tgtEl>
                                        <p:attrNameLst>
                                          <p:attrName>style.visibility</p:attrName>
                                        </p:attrNameLst>
                                      </p:cBhvr>
                                      <p:to>
                                        <p:strVal val="visible"/>
                                      </p:to>
                                    </p:set>
                                    <p:animEffect transition="in" filter="fade">
                                      <p:cBhvr>
                                        <p:cTn id="7" dur="1000"/>
                                        <p:tgtEl>
                                          <p:spTgt spid="27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73"/>
                                        </p:tgtEl>
                                        <p:attrNameLst>
                                          <p:attrName>style.visibility</p:attrName>
                                        </p:attrNameLst>
                                      </p:cBhvr>
                                      <p:to>
                                        <p:strVal val="visible"/>
                                      </p:to>
                                    </p:set>
                                    <p:animEffect transition="in" filter="fade">
                                      <p:cBhvr>
                                        <p:cTn id="12" dur="500"/>
                                        <p:tgtEl>
                                          <p:spTgt spid="27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68"/>
                                        </p:tgtEl>
                                        <p:attrNameLst>
                                          <p:attrName>style.visibility</p:attrName>
                                        </p:attrNameLst>
                                      </p:cBhvr>
                                      <p:to>
                                        <p:strVal val="visible"/>
                                      </p:to>
                                    </p:set>
                                    <p:animEffect transition="in" filter="fade">
                                      <p:cBhvr>
                                        <p:cTn id="17" dur="1000"/>
                                        <p:tgtEl>
                                          <p:spTgt spid="268"/>
                                        </p:tgtEl>
                                      </p:cBhvr>
                                    </p:animEffect>
                                  </p:childTnLst>
                                </p:cTn>
                              </p:par>
                              <p:par>
                                <p:cTn id="18" presetID="10" presetClass="entr" presetSubtype="0" fill="hold" nodeType="withEffect">
                                  <p:stCondLst>
                                    <p:cond delay="0"/>
                                  </p:stCondLst>
                                  <p:childTnLst>
                                    <p:set>
                                      <p:cBhvr>
                                        <p:cTn id="19" dur="1" fill="hold">
                                          <p:stCondLst>
                                            <p:cond delay="0"/>
                                          </p:stCondLst>
                                        </p:cTn>
                                        <p:tgtEl>
                                          <p:spTgt spid="265"/>
                                        </p:tgtEl>
                                        <p:attrNameLst>
                                          <p:attrName>style.visibility</p:attrName>
                                        </p:attrNameLst>
                                      </p:cBhvr>
                                      <p:to>
                                        <p:strVal val="visible"/>
                                      </p:to>
                                    </p:set>
                                    <p:animEffect transition="in" filter="fade">
                                      <p:cBhvr>
                                        <p:cTn id="20" dur="1000"/>
                                        <p:tgtEl>
                                          <p:spTgt spid="265"/>
                                        </p:tgtEl>
                                      </p:cBhvr>
                                    </p:animEffect>
                                  </p:childTnLst>
                                </p:cTn>
                              </p:par>
                              <p:par>
                                <p:cTn id="21" presetID="10" presetClass="entr" presetSubtype="0" fill="hold" nodeType="withEffect">
                                  <p:stCondLst>
                                    <p:cond delay="0"/>
                                  </p:stCondLst>
                                  <p:childTnLst>
                                    <p:set>
                                      <p:cBhvr>
                                        <p:cTn id="22" dur="1" fill="hold">
                                          <p:stCondLst>
                                            <p:cond delay="0"/>
                                          </p:stCondLst>
                                        </p:cTn>
                                        <p:tgtEl>
                                          <p:spTgt spid="262"/>
                                        </p:tgtEl>
                                        <p:attrNameLst>
                                          <p:attrName>style.visibility</p:attrName>
                                        </p:attrNameLst>
                                      </p:cBhvr>
                                      <p:to>
                                        <p:strVal val="visible"/>
                                      </p:to>
                                    </p:set>
                                    <p:animEffect transition="in" filter="fade">
                                      <p:cBhvr>
                                        <p:cTn id="23" dur="1000"/>
                                        <p:tgtEl>
                                          <p:spTgt spid="262"/>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nodeType="clickEffect">
                                  <p:stCondLst>
                                    <p:cond delay="0"/>
                                  </p:stCondLst>
                                  <p:childTnLst>
                                    <p:set>
                                      <p:cBhvr>
                                        <p:cTn id="27" dur="1" fill="hold">
                                          <p:stCondLst>
                                            <p:cond delay="0"/>
                                          </p:stCondLst>
                                        </p:cTn>
                                        <p:tgtEl>
                                          <p:spTgt spid="269"/>
                                        </p:tgtEl>
                                        <p:attrNameLst>
                                          <p:attrName>style.visibility</p:attrName>
                                        </p:attrNameLst>
                                      </p:cBhvr>
                                      <p:to>
                                        <p:strVal val="visible"/>
                                      </p:to>
                                    </p:set>
                                    <p:animEffect transition="in" filter="fade">
                                      <p:cBhvr>
                                        <p:cTn id="28" dur="1000"/>
                                        <p:tgtEl>
                                          <p:spTgt spid="269"/>
                                        </p:tgtEl>
                                      </p:cBhvr>
                                    </p:animEffect>
                                  </p:childTnLst>
                                </p:cTn>
                              </p:par>
                              <p:par>
                                <p:cTn id="29" presetID="10" presetClass="entr" presetSubtype="0" fill="hold" nodeType="withEffect">
                                  <p:stCondLst>
                                    <p:cond delay="0"/>
                                  </p:stCondLst>
                                  <p:childTnLst>
                                    <p:set>
                                      <p:cBhvr>
                                        <p:cTn id="30" dur="1" fill="hold">
                                          <p:stCondLst>
                                            <p:cond delay="0"/>
                                          </p:stCondLst>
                                        </p:cTn>
                                        <p:tgtEl>
                                          <p:spTgt spid="263"/>
                                        </p:tgtEl>
                                        <p:attrNameLst>
                                          <p:attrName>style.visibility</p:attrName>
                                        </p:attrNameLst>
                                      </p:cBhvr>
                                      <p:to>
                                        <p:strVal val="visible"/>
                                      </p:to>
                                    </p:set>
                                    <p:animEffect transition="in" filter="fade">
                                      <p:cBhvr>
                                        <p:cTn id="31" dur="1000"/>
                                        <p:tgtEl>
                                          <p:spTgt spid="263"/>
                                        </p:tgtEl>
                                      </p:cBhvr>
                                    </p:animEffect>
                                  </p:childTnLst>
                                </p:cTn>
                              </p:par>
                              <p:par>
                                <p:cTn id="32" presetID="10" presetClass="entr" presetSubtype="0" fill="hold" nodeType="withEffect">
                                  <p:stCondLst>
                                    <p:cond delay="0"/>
                                  </p:stCondLst>
                                  <p:childTnLst>
                                    <p:set>
                                      <p:cBhvr>
                                        <p:cTn id="33" dur="1" fill="hold">
                                          <p:stCondLst>
                                            <p:cond delay="0"/>
                                          </p:stCondLst>
                                        </p:cTn>
                                        <p:tgtEl>
                                          <p:spTgt spid="266"/>
                                        </p:tgtEl>
                                        <p:attrNameLst>
                                          <p:attrName>style.visibility</p:attrName>
                                        </p:attrNameLst>
                                      </p:cBhvr>
                                      <p:to>
                                        <p:strVal val="visible"/>
                                      </p:to>
                                    </p:set>
                                    <p:animEffect transition="in" filter="fade">
                                      <p:cBhvr>
                                        <p:cTn id="34" dur="1000"/>
                                        <p:tgtEl>
                                          <p:spTgt spid="266"/>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74"/>
                                        </p:tgtEl>
                                        <p:attrNameLst>
                                          <p:attrName>style.visibility</p:attrName>
                                        </p:attrNameLst>
                                      </p:cBhvr>
                                      <p:to>
                                        <p:strVal val="visible"/>
                                      </p:to>
                                    </p:set>
                                    <p:animEffect transition="in" filter="fade">
                                      <p:cBhvr>
                                        <p:cTn id="39" dur="1000"/>
                                        <p:tgtEl>
                                          <p:spTgt spid="274"/>
                                        </p:tgtEl>
                                      </p:cBhvr>
                                    </p:animEffect>
                                  </p:childTnLst>
                                </p:cTn>
                              </p:par>
                              <p:par>
                                <p:cTn id="40" presetID="10" presetClass="entr" presetSubtype="0" fill="hold" nodeType="withEffect">
                                  <p:stCondLst>
                                    <p:cond delay="0"/>
                                  </p:stCondLst>
                                  <p:childTnLst>
                                    <p:set>
                                      <p:cBhvr>
                                        <p:cTn id="41" dur="1" fill="hold">
                                          <p:stCondLst>
                                            <p:cond delay="0"/>
                                          </p:stCondLst>
                                        </p:cTn>
                                        <p:tgtEl>
                                          <p:spTgt spid="264"/>
                                        </p:tgtEl>
                                        <p:attrNameLst>
                                          <p:attrName>style.visibility</p:attrName>
                                        </p:attrNameLst>
                                      </p:cBhvr>
                                      <p:to>
                                        <p:strVal val="visible"/>
                                      </p:to>
                                    </p:set>
                                    <p:animEffect transition="in" filter="fade">
                                      <p:cBhvr>
                                        <p:cTn id="42" dur="1000"/>
                                        <p:tgtEl>
                                          <p:spTgt spid="264"/>
                                        </p:tgtEl>
                                      </p:cBhvr>
                                    </p:animEffect>
                                  </p:childTnLst>
                                </p:cTn>
                              </p:par>
                              <p:par>
                                <p:cTn id="43" presetID="10" presetClass="entr" presetSubtype="0" fill="hold" nodeType="withEffect">
                                  <p:stCondLst>
                                    <p:cond delay="0"/>
                                  </p:stCondLst>
                                  <p:childTnLst>
                                    <p:set>
                                      <p:cBhvr>
                                        <p:cTn id="44" dur="1" fill="hold">
                                          <p:stCondLst>
                                            <p:cond delay="0"/>
                                          </p:stCondLst>
                                        </p:cTn>
                                        <p:tgtEl>
                                          <p:spTgt spid="267"/>
                                        </p:tgtEl>
                                        <p:attrNameLst>
                                          <p:attrName>style.visibility</p:attrName>
                                        </p:attrNameLst>
                                      </p:cBhvr>
                                      <p:to>
                                        <p:strVal val="visible"/>
                                      </p:to>
                                    </p:set>
                                    <p:animEffect transition="in" filter="fade">
                                      <p:cBhvr>
                                        <p:cTn id="45" dur="1000"/>
                                        <p:tgtEl>
                                          <p:spTgt spid="26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92"/>
        <p:cNvGrpSpPr/>
        <p:nvPr/>
      </p:nvGrpSpPr>
      <p:grpSpPr>
        <a:xfrm>
          <a:off x="0" y="0"/>
          <a:ext cx="0" cy="0"/>
          <a:chOff x="0" y="0"/>
          <a:chExt cx="0" cy="0"/>
        </a:xfrm>
      </p:grpSpPr>
      <p:sp>
        <p:nvSpPr>
          <p:cNvPr id="293" name="Google Shape;293;p19"/>
          <p:cNvSpPr/>
          <p:nvPr/>
        </p:nvSpPr>
        <p:spPr>
          <a:xfrm>
            <a:off x="0" y="0"/>
            <a:ext cx="12192000" cy="6858000"/>
          </a:xfrm>
          <a:prstGeom prst="rect">
            <a:avLst/>
          </a:prstGeom>
          <a:solidFill>
            <a:srgbClr val="38383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panose="020F0502020204030204"/>
              <a:buNone/>
            </a:pPr>
            <a:endParaRPr sz="1800" b="0" i="0" u="none" strike="noStrike" cap="none">
              <a:solidFill>
                <a:schemeClr val="lt1"/>
              </a:solidFill>
              <a:latin typeface="Calibri" panose="020F0502020204030204"/>
              <a:ea typeface="Calibri" panose="020F0502020204030204"/>
              <a:cs typeface="Calibri" panose="020F0502020204030204"/>
              <a:sym typeface="Calibri" panose="020F0502020204030204"/>
            </a:endParaRPr>
          </a:p>
        </p:txBody>
      </p:sp>
      <p:sp>
        <p:nvSpPr>
          <p:cNvPr id="294" name="Google Shape;294;p19"/>
          <p:cNvSpPr/>
          <p:nvPr/>
        </p:nvSpPr>
        <p:spPr>
          <a:xfrm>
            <a:off x="-7620" y="1244600"/>
            <a:ext cx="12192000" cy="581025"/>
          </a:xfrm>
          <a:prstGeom prst="rect">
            <a:avLst/>
          </a:prstGeom>
          <a:solidFill>
            <a:srgbClr val="D8B765"/>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panose="020F0502020204030204"/>
              <a:buNone/>
            </a:pPr>
            <a:endParaRPr sz="1800" b="0" i="0" u="none" strike="noStrike" cap="none">
              <a:solidFill>
                <a:schemeClr val="lt1"/>
              </a:solidFill>
              <a:latin typeface="Calibri" panose="020F0502020204030204"/>
              <a:ea typeface="Calibri" panose="020F0502020204030204"/>
              <a:cs typeface="Calibri" panose="020F0502020204030204"/>
              <a:sym typeface="Calibri" panose="020F0502020204030204"/>
            </a:endParaRPr>
          </a:p>
        </p:txBody>
      </p:sp>
      <p:pic>
        <p:nvPicPr>
          <p:cNvPr id="295" name="Google Shape;295;p19"/>
          <p:cNvPicPr preferRelativeResize="0"/>
          <p:nvPr/>
        </p:nvPicPr>
        <p:blipFill rotWithShape="1">
          <a:blip r:embed="rId3"/>
          <a:srcRect/>
          <a:stretch>
            <a:fillRect/>
          </a:stretch>
        </p:blipFill>
        <p:spPr>
          <a:xfrm>
            <a:off x="4760913" y="1817688"/>
            <a:ext cx="7423150" cy="4535487"/>
          </a:xfrm>
          <a:prstGeom prst="rect">
            <a:avLst/>
          </a:prstGeom>
          <a:noFill/>
          <a:ln>
            <a:noFill/>
          </a:ln>
        </p:spPr>
      </p:pic>
      <p:sp>
        <p:nvSpPr>
          <p:cNvPr id="296" name="Google Shape;296;p19"/>
          <p:cNvSpPr/>
          <p:nvPr/>
        </p:nvSpPr>
        <p:spPr>
          <a:xfrm>
            <a:off x="978701" y="477200"/>
            <a:ext cx="3012000" cy="70680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chemeClr val="lt1"/>
              </a:buClr>
              <a:buSzPts val="4000"/>
              <a:buFont typeface="Arial" panose="020B0604020202020204"/>
              <a:buNone/>
            </a:pPr>
            <a:r>
              <a:rPr lang="en-US" sz="4000" b="0" i="0" u="none" strike="noStrike" cap="none">
                <a:solidFill>
                  <a:schemeClr val="lt1"/>
                </a:solidFill>
                <a:latin typeface="Arial" panose="020B0604020202020204"/>
                <a:ea typeface="Arial" panose="020B0604020202020204"/>
                <a:cs typeface="Arial" panose="020B0604020202020204"/>
                <a:sym typeface="Arial" panose="020B0604020202020204"/>
              </a:rPr>
              <a:t>Conclusion</a:t>
            </a:r>
            <a:endParaRPr sz="4000" b="0" i="0" u="none" strike="noStrike" cap="none">
              <a:solidFill>
                <a:schemeClr val="lt1"/>
              </a:solidFill>
              <a:latin typeface="Arial" panose="020B0604020202020204"/>
              <a:ea typeface="Arial" panose="020B0604020202020204"/>
              <a:cs typeface="Arial" panose="020B0604020202020204"/>
              <a:sym typeface="Arial" panose="020B0604020202020204"/>
            </a:endParaRPr>
          </a:p>
        </p:txBody>
      </p:sp>
      <p:sp>
        <p:nvSpPr>
          <p:cNvPr id="297" name="Google Shape;297;p19"/>
          <p:cNvSpPr/>
          <p:nvPr/>
        </p:nvSpPr>
        <p:spPr>
          <a:xfrm rot="4705673">
            <a:off x="673100" y="723900"/>
            <a:ext cx="223838" cy="223838"/>
          </a:xfrm>
          <a:prstGeom prst="rtTriangl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panose="020F0502020204030204"/>
              <a:buNone/>
            </a:pPr>
            <a:endParaRPr sz="1800" b="0" i="0" u="none" strike="noStrike" cap="none">
              <a:solidFill>
                <a:schemeClr val="lt1"/>
              </a:solidFill>
              <a:latin typeface="Calibri" panose="020F0502020204030204"/>
              <a:ea typeface="Calibri" panose="020F0502020204030204"/>
              <a:cs typeface="Calibri" panose="020F0502020204030204"/>
              <a:sym typeface="Calibri" panose="020F0502020204030204"/>
            </a:endParaRPr>
          </a:p>
        </p:txBody>
      </p:sp>
      <p:sp>
        <p:nvSpPr>
          <p:cNvPr id="298" name="Google Shape;298;p19"/>
          <p:cNvSpPr/>
          <p:nvPr/>
        </p:nvSpPr>
        <p:spPr>
          <a:xfrm rot="-10558151">
            <a:off x="693738" y="677863"/>
            <a:ext cx="182563" cy="182563"/>
          </a:xfrm>
          <a:prstGeom prst="rtTriangle">
            <a:avLst/>
          </a:prstGeom>
          <a:solidFill>
            <a:schemeClr val="lt1">
              <a:alpha val="40000"/>
            </a:schemeClr>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panose="020F0502020204030204"/>
              <a:buNone/>
            </a:pPr>
            <a:endParaRPr sz="1800" b="0" i="0" u="none" strike="noStrike" cap="none">
              <a:solidFill>
                <a:schemeClr val="lt1"/>
              </a:solidFill>
              <a:latin typeface="Calibri" panose="020F0502020204030204"/>
              <a:ea typeface="Calibri" panose="020F0502020204030204"/>
              <a:cs typeface="Calibri" panose="020F0502020204030204"/>
              <a:sym typeface="Calibri" panose="020F0502020204030204"/>
            </a:endParaRPr>
          </a:p>
        </p:txBody>
      </p:sp>
      <p:sp>
        <p:nvSpPr>
          <p:cNvPr id="299" name="Google Shape;299;p19"/>
          <p:cNvSpPr txBox="1"/>
          <p:nvPr/>
        </p:nvSpPr>
        <p:spPr>
          <a:xfrm>
            <a:off x="130175" y="2024380"/>
            <a:ext cx="5153025" cy="4727575"/>
          </a:xfrm>
          <a:prstGeom prst="rect">
            <a:avLst/>
          </a:prstGeom>
          <a:noFill/>
          <a:ln>
            <a:noFill/>
          </a:ln>
        </p:spPr>
        <p:txBody>
          <a:bodyPr spcFirstLastPara="1" wrap="square" lIns="91425" tIns="45700" rIns="91425" bIns="45700" anchor="t" anchorCtr="0">
            <a:noAutofit/>
          </a:bodyPr>
          <a:lstStyle/>
          <a:p>
            <a:pPr marL="457200" marR="0" lvl="0" indent="-457200" algn="l" rtl="0">
              <a:lnSpc>
                <a:spcPct val="100000"/>
              </a:lnSpc>
              <a:spcBef>
                <a:spcPts val="0"/>
              </a:spcBef>
              <a:spcAft>
                <a:spcPts val="0"/>
              </a:spcAft>
              <a:buClr>
                <a:srgbClr val="DAB865"/>
              </a:buClr>
              <a:buSzPts val="2800"/>
              <a:buFont typeface="Arial" panose="020B0604020202020204"/>
              <a:buChar char="•"/>
            </a:pPr>
            <a:r>
              <a:rPr lang="en-US" sz="2800" b="0" i="0" u="none" strike="noStrike" cap="none">
                <a:solidFill>
                  <a:srgbClr val="DAB865"/>
                </a:solidFill>
                <a:latin typeface="Calibri" panose="020F0502020204030204"/>
                <a:ea typeface="Calibri" panose="020F0502020204030204"/>
                <a:cs typeface="Calibri" panose="020F0502020204030204"/>
                <a:sym typeface="Calibri" panose="020F0502020204030204"/>
              </a:rPr>
              <a:t>Recap of the key takeaways from the presentation</a:t>
            </a:r>
            <a:r>
              <a:rPr lang="en-IN" altLang="en-US" sz="2800" b="0" i="0" u="none" strike="noStrike" cap="none">
                <a:solidFill>
                  <a:srgbClr val="DAB865"/>
                </a:solidFill>
                <a:latin typeface="Calibri" panose="020F0502020204030204"/>
                <a:ea typeface="Calibri" panose="020F0502020204030204"/>
                <a:cs typeface="Calibri" panose="020F0502020204030204"/>
                <a:sym typeface="Calibri" panose="020F0502020204030204"/>
              </a:rPr>
              <a:t>:</a:t>
            </a:r>
          </a:p>
          <a:p>
            <a:pPr marL="457200" marR="0" lvl="0" indent="-457200" algn="l" rtl="0">
              <a:lnSpc>
                <a:spcPct val="100000"/>
              </a:lnSpc>
              <a:spcBef>
                <a:spcPts val="0"/>
              </a:spcBef>
              <a:spcAft>
                <a:spcPts val="0"/>
              </a:spcAft>
              <a:buClr>
                <a:srgbClr val="DAB865"/>
              </a:buClr>
              <a:buSzPts val="2800"/>
              <a:buFont typeface="Wingdings" panose="05000000000000000000" charset="0"/>
              <a:buChar char="Ø"/>
            </a:pPr>
            <a:r>
              <a:rPr lang="en-IN" altLang="en-US" sz="2800" b="0" i="0" u="none" strike="noStrike" cap="none">
                <a:solidFill>
                  <a:srgbClr val="DAB865"/>
                </a:solidFill>
                <a:latin typeface="Calibri" panose="020F0502020204030204"/>
                <a:ea typeface="Calibri" panose="020F0502020204030204"/>
                <a:cs typeface="Calibri" panose="020F0502020204030204"/>
                <a:sym typeface="Calibri" panose="020F0502020204030204"/>
              </a:rPr>
              <a:t>Class &amp; Object</a:t>
            </a:r>
          </a:p>
          <a:p>
            <a:pPr marL="457200" marR="0" lvl="0" indent="-457200" algn="l" rtl="0">
              <a:lnSpc>
                <a:spcPct val="100000"/>
              </a:lnSpc>
              <a:spcBef>
                <a:spcPts val="0"/>
              </a:spcBef>
              <a:spcAft>
                <a:spcPts val="0"/>
              </a:spcAft>
              <a:buClr>
                <a:srgbClr val="DAB865"/>
              </a:buClr>
              <a:buSzPts val="2800"/>
              <a:buFont typeface="Wingdings" panose="05000000000000000000" charset="0"/>
              <a:buChar char="Ø"/>
            </a:pPr>
            <a:r>
              <a:rPr lang="en-IN" altLang="en-US" sz="2800" b="0" i="0" u="none" strike="noStrike" cap="none">
                <a:solidFill>
                  <a:srgbClr val="DAB865"/>
                </a:solidFill>
                <a:latin typeface="Calibri" panose="020F0502020204030204"/>
                <a:ea typeface="Calibri" panose="020F0502020204030204"/>
                <a:cs typeface="Calibri" panose="020F0502020204030204"/>
                <a:sym typeface="Calibri" panose="020F0502020204030204"/>
              </a:rPr>
              <a:t>Constructors</a:t>
            </a:r>
          </a:p>
          <a:p>
            <a:pPr marL="457200" marR="0" lvl="0" indent="-457200" algn="l" rtl="0">
              <a:lnSpc>
                <a:spcPct val="100000"/>
              </a:lnSpc>
              <a:spcBef>
                <a:spcPts val="0"/>
              </a:spcBef>
              <a:spcAft>
                <a:spcPts val="0"/>
              </a:spcAft>
              <a:buClr>
                <a:srgbClr val="DAB865"/>
              </a:buClr>
              <a:buSzPts val="2800"/>
              <a:buFont typeface="Wingdings" panose="05000000000000000000" charset="0"/>
              <a:buChar char="Ø"/>
            </a:pPr>
            <a:r>
              <a:rPr lang="en-IN" altLang="en-US" sz="2800" b="0" i="0" u="none" strike="noStrike" cap="none">
                <a:solidFill>
                  <a:srgbClr val="DAB865"/>
                </a:solidFill>
                <a:latin typeface="Calibri" panose="020F0502020204030204"/>
                <a:ea typeface="Calibri" panose="020F0502020204030204"/>
                <a:cs typeface="Calibri" panose="020F0502020204030204"/>
                <a:sym typeface="Calibri" panose="020F0502020204030204"/>
              </a:rPr>
              <a:t>Parameter function</a:t>
            </a:r>
          </a:p>
          <a:p>
            <a:pPr marL="0" marR="0" lvl="0" indent="0" algn="l" rtl="0">
              <a:lnSpc>
                <a:spcPct val="100000"/>
              </a:lnSpc>
              <a:spcBef>
                <a:spcPts val="0"/>
              </a:spcBef>
              <a:spcAft>
                <a:spcPts val="0"/>
              </a:spcAft>
              <a:buClr>
                <a:srgbClr val="DAB865"/>
              </a:buClr>
              <a:buSzPts val="2800"/>
              <a:buFont typeface="Wingdings" panose="05000000000000000000" charset="0"/>
              <a:buNone/>
            </a:pPr>
            <a:endParaRPr lang="en-IN" altLang="en-US" sz="2800" b="0" i="0" u="none" strike="noStrike" cap="none">
              <a:solidFill>
                <a:srgbClr val="DAB865"/>
              </a:solidFill>
              <a:latin typeface="Calibri" panose="020F0502020204030204"/>
              <a:ea typeface="Calibri" panose="020F0502020204030204"/>
              <a:cs typeface="Calibri" panose="020F0502020204030204"/>
              <a:sym typeface="Calibri" panose="020F0502020204030204"/>
            </a:endParaRPr>
          </a:p>
          <a:p>
            <a:pPr marL="342900" marR="0" lvl="0" indent="-342900" algn="l" rtl="0">
              <a:lnSpc>
                <a:spcPct val="100000"/>
              </a:lnSpc>
              <a:spcBef>
                <a:spcPts val="0"/>
              </a:spcBef>
              <a:spcAft>
                <a:spcPts val="0"/>
              </a:spcAft>
              <a:buClr>
                <a:srgbClr val="DAB865"/>
              </a:buClr>
              <a:buSzPts val="2800"/>
              <a:buFont typeface="Arial" panose="020B0604020202020204"/>
              <a:buChar char="•"/>
            </a:pPr>
            <a:r>
              <a:rPr sz="2800">
                <a:solidFill>
                  <a:srgbClr val="DAB865"/>
                </a:solidFill>
                <a:latin typeface="Calibri" panose="020F0502020204030204"/>
                <a:ea typeface="Calibri" panose="020F0502020204030204"/>
                <a:cs typeface="Calibri" panose="020F0502020204030204"/>
                <a:sym typeface="Calibri" panose="020F0502020204030204"/>
              </a:rPr>
              <a:t>The </a:t>
            </a:r>
            <a:r>
              <a:rPr lang="en-IN" sz="2800">
                <a:solidFill>
                  <a:srgbClr val="DAB865"/>
                </a:solidFill>
                <a:latin typeface="Calibri" panose="020F0502020204030204"/>
                <a:ea typeface="Calibri" panose="020F0502020204030204"/>
                <a:cs typeface="Calibri" panose="020F0502020204030204"/>
                <a:sym typeface="Calibri" panose="020F0502020204030204"/>
              </a:rPr>
              <a:t>Three</a:t>
            </a:r>
            <a:r>
              <a:rPr sz="2800">
                <a:solidFill>
                  <a:srgbClr val="DAB865"/>
                </a:solidFill>
                <a:latin typeface="Calibri" panose="020F0502020204030204"/>
                <a:ea typeface="Calibri" panose="020F0502020204030204"/>
                <a:cs typeface="Calibri" panose="020F0502020204030204"/>
                <a:sym typeface="Calibri" panose="020F0502020204030204"/>
              </a:rPr>
              <a:t> Pillars of OOPs</a:t>
            </a:r>
            <a:r>
              <a:rPr lang="en-IN" sz="2800">
                <a:solidFill>
                  <a:srgbClr val="DAB865"/>
                </a:solidFill>
                <a:latin typeface="Calibri" panose="020F0502020204030204"/>
                <a:ea typeface="Calibri" panose="020F0502020204030204"/>
                <a:cs typeface="Calibri" panose="020F0502020204030204"/>
                <a:sym typeface="Calibri" panose="020F0502020204030204"/>
              </a:rPr>
              <a:t>:</a:t>
            </a:r>
            <a:endParaRPr lang="en-IN" sz="2800" b="0" i="0" u="none" strike="noStrike" cap="none">
              <a:solidFill>
                <a:srgbClr val="DAB865"/>
              </a:solidFill>
              <a:latin typeface="Calibri" panose="020F0502020204030204"/>
              <a:ea typeface="Calibri" panose="020F0502020204030204"/>
              <a:cs typeface="Calibri" panose="020F0502020204030204"/>
              <a:sym typeface="Calibri" panose="020F0502020204030204"/>
            </a:endParaRPr>
          </a:p>
          <a:p>
            <a:pPr marL="457200" marR="0" lvl="0" indent="-457200" algn="l" rtl="0">
              <a:lnSpc>
                <a:spcPct val="100000"/>
              </a:lnSpc>
              <a:spcBef>
                <a:spcPts val="0"/>
              </a:spcBef>
              <a:spcAft>
                <a:spcPts val="0"/>
              </a:spcAft>
              <a:buClr>
                <a:srgbClr val="DAB865"/>
              </a:buClr>
              <a:buSzPts val="2800"/>
              <a:buFont typeface="Wingdings" panose="05000000000000000000" charset="0"/>
              <a:buChar char="Ø"/>
            </a:pPr>
            <a:r>
              <a:rPr lang="en-IN" sz="2800">
                <a:solidFill>
                  <a:srgbClr val="DAB865"/>
                </a:solidFill>
                <a:latin typeface="Calibri" panose="020F0502020204030204"/>
                <a:ea typeface="Calibri" panose="020F0502020204030204"/>
                <a:cs typeface="Calibri" panose="020F0502020204030204"/>
                <a:sym typeface="Calibri" panose="020F0502020204030204"/>
              </a:rPr>
              <a:t>Inheritance</a:t>
            </a:r>
            <a:endParaRPr lang="en-IN" sz="2800" b="0" i="0" u="none" strike="noStrike" cap="none">
              <a:solidFill>
                <a:srgbClr val="DAB865"/>
              </a:solidFill>
              <a:latin typeface="Calibri" panose="020F0502020204030204"/>
              <a:ea typeface="Calibri" panose="020F0502020204030204"/>
              <a:cs typeface="Calibri" panose="020F0502020204030204"/>
              <a:sym typeface="Calibri" panose="020F0502020204030204"/>
            </a:endParaRPr>
          </a:p>
          <a:p>
            <a:pPr marL="457200" marR="0" lvl="0" indent="-457200" algn="l" rtl="0">
              <a:lnSpc>
                <a:spcPct val="100000"/>
              </a:lnSpc>
              <a:spcBef>
                <a:spcPts val="0"/>
              </a:spcBef>
              <a:spcAft>
                <a:spcPts val="0"/>
              </a:spcAft>
              <a:buClr>
                <a:srgbClr val="DAB865"/>
              </a:buClr>
              <a:buSzPts val="2800"/>
              <a:buFont typeface="Wingdings" panose="05000000000000000000" charset="0"/>
              <a:buChar char="Ø"/>
            </a:pPr>
            <a:r>
              <a:rPr lang="en-IN" sz="2800">
                <a:solidFill>
                  <a:srgbClr val="DAB865"/>
                </a:solidFill>
                <a:latin typeface="Calibri" panose="020F0502020204030204"/>
                <a:ea typeface="Calibri" panose="020F0502020204030204"/>
                <a:cs typeface="Calibri" panose="020F0502020204030204"/>
                <a:sym typeface="Calibri" panose="020F0502020204030204"/>
              </a:rPr>
              <a:t>Ploymorphism</a:t>
            </a:r>
            <a:endParaRPr lang="en-IN" sz="2800" b="0" i="0" u="none" strike="noStrike" cap="none">
              <a:solidFill>
                <a:srgbClr val="DAB865"/>
              </a:solidFill>
              <a:latin typeface="Calibri" panose="020F0502020204030204"/>
              <a:ea typeface="Calibri" panose="020F0502020204030204"/>
              <a:cs typeface="Calibri" panose="020F0502020204030204"/>
              <a:sym typeface="Calibri" panose="020F0502020204030204"/>
            </a:endParaRPr>
          </a:p>
          <a:p>
            <a:pPr marL="457200" marR="0" lvl="0" indent="-457200" algn="l" rtl="0">
              <a:lnSpc>
                <a:spcPct val="100000"/>
              </a:lnSpc>
              <a:spcBef>
                <a:spcPts val="0"/>
              </a:spcBef>
              <a:spcAft>
                <a:spcPts val="0"/>
              </a:spcAft>
              <a:buClr>
                <a:srgbClr val="DAB865"/>
              </a:buClr>
              <a:buSzPts val="2800"/>
              <a:buFont typeface="Wingdings" panose="05000000000000000000" charset="0"/>
              <a:buChar char="Ø"/>
            </a:pPr>
            <a:r>
              <a:rPr lang="en-IN" sz="2800">
                <a:solidFill>
                  <a:srgbClr val="DAB865"/>
                </a:solidFill>
                <a:latin typeface="Calibri" panose="020F0502020204030204"/>
                <a:ea typeface="Calibri" panose="020F0502020204030204"/>
                <a:cs typeface="Calibri" panose="020F0502020204030204"/>
                <a:sym typeface="Calibri" panose="020F0502020204030204"/>
              </a:rPr>
              <a:t>Abstraction</a:t>
            </a:r>
            <a:endParaRPr lang="en-IN" sz="2800" b="0" i="0" u="none" strike="noStrike" cap="none">
              <a:solidFill>
                <a:srgbClr val="DAB865"/>
              </a:solidFill>
              <a:latin typeface="Calibri" panose="020F0502020204030204"/>
              <a:ea typeface="Calibri" panose="020F0502020204030204"/>
              <a:cs typeface="Calibri" panose="020F0502020204030204"/>
              <a:sym typeface="Calibri" panose="020F0502020204030204"/>
            </a:endParaRPr>
          </a:p>
          <a:p>
            <a:pPr marL="0" marR="0" lvl="0" indent="0" algn="l" rtl="0">
              <a:lnSpc>
                <a:spcPct val="100000"/>
              </a:lnSpc>
              <a:spcBef>
                <a:spcPts val="0"/>
              </a:spcBef>
              <a:spcAft>
                <a:spcPts val="0"/>
              </a:spcAft>
              <a:buClr>
                <a:srgbClr val="DAB865"/>
              </a:buClr>
              <a:buSzPts val="2800"/>
              <a:buFont typeface="Wingdings" panose="05000000000000000000" charset="0"/>
              <a:buNone/>
            </a:pPr>
            <a:endParaRPr lang="en-IN" sz="2800" b="0" i="0" u="none" strike="noStrike" cap="none">
              <a:solidFill>
                <a:srgbClr val="DAB865"/>
              </a:solidFill>
              <a:latin typeface="Calibri" panose="020F0502020204030204"/>
              <a:ea typeface="Calibri" panose="020F0502020204030204"/>
              <a:cs typeface="Calibri" panose="020F0502020204030204"/>
              <a:sym typeface="Calibri" panose="020F0502020204030204"/>
            </a:endParaRPr>
          </a:p>
          <a:p>
            <a:pPr marL="457200" marR="0" lvl="0" indent="-457200" algn="l" rtl="0">
              <a:lnSpc>
                <a:spcPct val="100000"/>
              </a:lnSpc>
              <a:spcBef>
                <a:spcPts val="0"/>
              </a:spcBef>
              <a:spcAft>
                <a:spcPts val="0"/>
              </a:spcAft>
              <a:buClr>
                <a:srgbClr val="DAB865"/>
              </a:buClr>
              <a:buSzPts val="2800"/>
              <a:buFont typeface="Wingdings" panose="05000000000000000000" charset="0"/>
              <a:buChar char="Ø"/>
            </a:pPr>
            <a:endParaRPr lang="en-IN" altLang="en-US" sz="2800" b="0" i="0" u="none" strike="noStrike" cap="none">
              <a:solidFill>
                <a:srgbClr val="DAB865"/>
              </a:solidFill>
              <a:latin typeface="Calibri" panose="020F0502020204030204"/>
              <a:ea typeface="Calibri" panose="020F0502020204030204"/>
              <a:cs typeface="Calibri" panose="020F0502020204030204"/>
              <a:sym typeface="Calibri" panose="020F0502020204030204"/>
            </a:endParaRPr>
          </a:p>
          <a:p>
            <a:pPr marL="457200" marR="0" lvl="0" indent="-457200" algn="l" rtl="0">
              <a:lnSpc>
                <a:spcPct val="100000"/>
              </a:lnSpc>
              <a:spcBef>
                <a:spcPts val="0"/>
              </a:spcBef>
              <a:spcAft>
                <a:spcPts val="0"/>
              </a:spcAft>
              <a:buClr>
                <a:srgbClr val="DAB865"/>
              </a:buClr>
              <a:buSzPts val="2800"/>
              <a:buFont typeface="Wingdings" panose="05000000000000000000" charset="0"/>
              <a:buChar char="Ø"/>
            </a:pPr>
            <a:endParaRPr lang="en-IN" altLang="en-US" sz="2800" b="0" i="0" u="none" strike="noStrike" cap="none">
              <a:solidFill>
                <a:srgbClr val="DAB865"/>
              </a:solidFill>
              <a:latin typeface="Calibri" panose="020F0502020204030204"/>
              <a:ea typeface="Calibri" panose="020F0502020204030204"/>
              <a:cs typeface="Calibri" panose="020F0502020204030204"/>
              <a:sym typeface="Calibri" panose="020F0502020204030204"/>
            </a:endParaRPr>
          </a:p>
          <a:p>
            <a:pPr marL="457200" marR="0" lvl="0" indent="-457200" algn="l" rtl="0">
              <a:lnSpc>
                <a:spcPct val="100000"/>
              </a:lnSpc>
              <a:spcBef>
                <a:spcPts val="0"/>
              </a:spcBef>
              <a:spcAft>
                <a:spcPts val="0"/>
              </a:spcAft>
              <a:buClr>
                <a:srgbClr val="DAB865"/>
              </a:buClr>
              <a:buSzPts val="2800"/>
              <a:buFont typeface="Wingdings" panose="05000000000000000000" charset="0"/>
              <a:buChar char="Ø"/>
            </a:pPr>
            <a:endParaRPr lang="en-IN" altLang="en-US" sz="2800" b="0" i="0" u="none" strike="noStrike" cap="none">
              <a:solidFill>
                <a:srgbClr val="DAB865"/>
              </a:solidFill>
              <a:latin typeface="Calibri" panose="020F0502020204030204"/>
              <a:ea typeface="Calibri" panose="020F0502020204030204"/>
              <a:cs typeface="Calibri" panose="020F0502020204030204"/>
              <a:sym typeface="Calibri" panose="020F0502020204030204"/>
            </a:endParaRPr>
          </a:p>
        </p:txBody>
      </p:sp>
      <p:pic>
        <p:nvPicPr>
          <p:cNvPr id="301" name="Google Shape;301;p19" descr="computer"/>
          <p:cNvPicPr preferRelativeResize="0"/>
          <p:nvPr/>
        </p:nvPicPr>
        <p:blipFill rotWithShape="1">
          <a:blip r:embed="rId4"/>
          <a:srcRect r="1437"/>
          <a:stretch>
            <a:fillRect/>
          </a:stretch>
        </p:blipFill>
        <p:spPr>
          <a:xfrm>
            <a:off x="5871845" y="2284730"/>
            <a:ext cx="5334635" cy="3310255"/>
          </a:xfrm>
          <a:prstGeom prst="rect">
            <a:avLst/>
          </a:prstGeom>
          <a:noFill/>
          <a:ln>
            <a:noFill/>
          </a:ln>
        </p:spPr>
      </p:pic>
      <p:pic>
        <p:nvPicPr>
          <p:cNvPr id="303" name="Google Shape;303;p19" descr="Aitrich Logo_Artboard 4"/>
          <p:cNvPicPr preferRelativeResize="0"/>
          <p:nvPr/>
        </p:nvPicPr>
        <p:blipFill rotWithShape="1">
          <a:blip r:embed="rId5"/>
          <a:srcRect/>
          <a:stretch>
            <a:fillRect/>
          </a:stretch>
        </p:blipFill>
        <p:spPr>
          <a:xfrm>
            <a:off x="74295" y="-90170"/>
            <a:ext cx="1275715" cy="956945"/>
          </a:xfrm>
          <a:prstGeom prst="rect">
            <a:avLst/>
          </a:prstGeom>
          <a:noFill/>
          <a:ln>
            <a:noFill/>
          </a:ln>
        </p:spPr>
      </p:pic>
    </p:spTree>
  </p:cSld>
  <p:clrMapOvr>
    <a:masterClrMapping/>
  </p:clrMapOvr>
  <mc:AlternateContent xmlns:mc="http://schemas.openxmlformats.org/markup-compatibility/2006" xmlns:p14="http://schemas.microsoft.com/office/powerpoint/2010/main">
    <mc:Choice Requires="p14">
      <p:transition spd="slow" p14:dur="1500">
        <p:split orient="vert" dir="in"/>
      </p:transition>
    </mc:Choice>
    <mc:Fallback xmlns="">
      <p:transition spd="slow">
        <p:split orient="vert" dir="in"/>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96"/>
                                        </p:tgtEl>
                                        <p:attrNameLst>
                                          <p:attrName>style.visibility</p:attrName>
                                        </p:attrNameLst>
                                      </p:cBhvr>
                                      <p:to>
                                        <p:strVal val="visible"/>
                                      </p:to>
                                    </p:set>
                                    <p:animEffect transition="in" filter="fade">
                                      <p:cBhvr>
                                        <p:cTn id="7" dur="1000"/>
                                        <p:tgtEl>
                                          <p:spTgt spid="296"/>
                                        </p:tgtEl>
                                      </p:cBhvr>
                                    </p:animEffect>
                                  </p:childTnLst>
                                </p:cTn>
                              </p:par>
                            </p:childTnLst>
                          </p:cTn>
                        </p:par>
                      </p:childTnLst>
                    </p:cTn>
                  </p:par>
                  <p:par>
                    <p:cTn id="8" fill="hold">
                      <p:stCondLst>
                        <p:cond delay="indefinite"/>
                      </p:stCondLst>
                      <p:childTnLst>
                        <p:par>
                          <p:cTn id="9" fill="hold">
                            <p:stCondLst>
                              <p:cond delay="0"/>
                            </p:stCondLst>
                            <p:childTnLst>
                              <p:par>
                                <p:cTn id="10" presetID="2" presetClass="entr" presetSubtype="4" fill="hold" nodeType="clickEffect">
                                  <p:stCondLst>
                                    <p:cond delay="0"/>
                                  </p:stCondLst>
                                  <p:childTnLst>
                                    <p:set>
                                      <p:cBhvr>
                                        <p:cTn id="11" dur="1" fill="hold">
                                          <p:stCondLst>
                                            <p:cond delay="0"/>
                                          </p:stCondLst>
                                        </p:cTn>
                                        <p:tgtEl>
                                          <p:spTgt spid="295"/>
                                        </p:tgtEl>
                                        <p:attrNameLst>
                                          <p:attrName>style.visibility</p:attrName>
                                        </p:attrNameLst>
                                      </p:cBhvr>
                                      <p:to>
                                        <p:strVal val="visible"/>
                                      </p:to>
                                    </p:set>
                                    <p:anim calcmode="lin" valueType="num">
                                      <p:cBhvr additive="base">
                                        <p:cTn id="12" dur="500"/>
                                        <p:tgtEl>
                                          <p:spTgt spid="295"/>
                                        </p:tgtEl>
                                        <p:attrNameLst>
                                          <p:attrName>ppt_y</p:attrName>
                                        </p:attrNameLst>
                                      </p:cBhvr>
                                      <p:tavLst>
                                        <p:tav tm="0">
                                          <p:val>
                                            <p:strVal val="#ppt_y+1"/>
                                          </p:val>
                                        </p:tav>
                                        <p:tav tm="100000">
                                          <p:val>
                                            <p:strVal val="#ppt_y"/>
                                          </p:val>
                                        </p:tav>
                                      </p:tavLst>
                                    </p:anim>
                                  </p:childTnLst>
                                </p:cTn>
                              </p:par>
                              <p:par>
                                <p:cTn id="13" presetID="2" presetClass="entr" presetSubtype="4" fill="hold" nodeType="withEffect">
                                  <p:stCondLst>
                                    <p:cond delay="0"/>
                                  </p:stCondLst>
                                  <p:childTnLst>
                                    <p:set>
                                      <p:cBhvr>
                                        <p:cTn id="14" dur="1" fill="hold">
                                          <p:stCondLst>
                                            <p:cond delay="0"/>
                                          </p:stCondLst>
                                        </p:cTn>
                                        <p:tgtEl>
                                          <p:spTgt spid="301"/>
                                        </p:tgtEl>
                                        <p:attrNameLst>
                                          <p:attrName>style.visibility</p:attrName>
                                        </p:attrNameLst>
                                      </p:cBhvr>
                                      <p:to>
                                        <p:strVal val="visible"/>
                                      </p:to>
                                    </p:set>
                                    <p:anim calcmode="lin" valueType="num">
                                      <p:cBhvr additive="base">
                                        <p:cTn id="15" dur="500"/>
                                        <p:tgtEl>
                                          <p:spTgt spid="301"/>
                                        </p:tgtEl>
                                        <p:attrNameLst>
                                          <p:attrName>ppt_y</p:attrName>
                                        </p:attrNameLst>
                                      </p:cBhvr>
                                      <p:tavLst>
                                        <p:tav tm="0">
                                          <p:val>
                                            <p:strVal val="#ppt_y+1"/>
                                          </p:val>
                                        </p:tav>
                                        <p:tav tm="100000">
                                          <p:val>
                                            <p:strVal val="#ppt_y"/>
                                          </p:val>
                                        </p:tav>
                                      </p:tavLst>
                                    </p:anim>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299"/>
                                        </p:tgtEl>
                                        <p:attrNameLst>
                                          <p:attrName>style.visibility</p:attrName>
                                        </p:attrNameLst>
                                      </p:cBhvr>
                                      <p:to>
                                        <p:strVal val="visible"/>
                                      </p:to>
                                    </p:set>
                                    <p:animEffect transition="in" filter="fade">
                                      <p:cBhvr>
                                        <p:cTn id="20" dur="1000"/>
                                        <p:tgtEl>
                                          <p:spTgt spid="29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431</TotalTime>
  <Words>1972</Words>
  <Application>Microsoft Office PowerPoint</Application>
  <PresentationFormat>Widescreen</PresentationFormat>
  <Paragraphs>191</Paragraphs>
  <Slides>19</Slides>
  <Notes>19</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19</vt:i4>
      </vt:variant>
    </vt:vector>
  </HeadingPairs>
  <TitlesOfParts>
    <vt:vector size="25" baseType="lpstr">
      <vt:lpstr>Arial</vt:lpstr>
      <vt:lpstr>Wingdings</vt:lpstr>
      <vt:lpstr>Noto Sans Symbols</vt:lpstr>
      <vt:lpstr>Calibri</vt:lpstr>
      <vt:lpstr>Microsoft YaHei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占曼琼</dc:creator>
  <cp:lastModifiedBy>Athulya P</cp:lastModifiedBy>
  <cp:revision>12</cp:revision>
  <dcterms:created xsi:type="dcterms:W3CDTF">2024-09-18T07:32:00Z</dcterms:created>
  <dcterms:modified xsi:type="dcterms:W3CDTF">2025-08-20T16:54:17Z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1033-12.2.0.18283</vt:lpwstr>
  </property>
  <property fmtid="{D5CDD505-2E9C-101B-9397-08002B2CF9AE}" pid="3" name="ICV">
    <vt:lpwstr>B03B066ECF1F4E80A39535C2D7FDE7A4_13</vt:lpwstr>
  </property>
</Properties>
</file>